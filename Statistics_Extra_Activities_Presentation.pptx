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nchltiwari@gmail.com" userId="9cfa8b4139d3c25f" providerId="LiveId" clId="{0F534F15-33B7-4885-8106-7A7761502291}"/>
    <pc:docChg chg="modSld">
      <pc:chgData name="chnchltiwari@gmail.com" userId="9cfa8b4139d3c25f" providerId="LiveId" clId="{0F534F15-33B7-4885-8106-7A7761502291}" dt="2026-02-15T04:05:43.533" v="0" actId="27918"/>
      <pc:docMkLst>
        <pc:docMk/>
      </pc:docMkLst>
      <pc:sldChg chg="mod">
        <pc:chgData name="chnchltiwari@gmail.com" userId="9cfa8b4139d3c25f" providerId="LiveId" clId="{0F534F15-33B7-4885-8106-7A7761502291}" dt="2026-02-15T04:05:43.533" v="0" actId="27918"/>
        <pc:sldMkLst>
          <pc:docMk/>
          <pc:sldMk cId="617407891" sldId="26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cfa8b4139d3c25f/Desktop/ACTIVITY%2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cfa8b4139d3c25f/Desktop/ACTIVITY%20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cfa8b4139d3c25f/Desktop/ACTIVITY%20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cfa8b4139d3c25f/Desktop/ACTIVITY%20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cfa8b4139d3c25f/Desktop/ACTIVITY%20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Mean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Sheet2!$E$3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66.089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2E2-42D4-9069-C8BF189D7E1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69.169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2E2-42D4-9069-C8BF189D7E1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68.054</a:t>
                    </a:r>
                  </a:p>
                  <a:p>
                    <a:endParaRPr lang="en-US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2E2-42D4-9069-C8BF189D7E11}"/>
                </c:ext>
              </c:extLst>
            </c:dLbl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val>
            <c:numRef>
              <c:f>Sheet2!$F$3:$H$3</c:f>
              <c:numCache>
                <c:formatCode>General</c:formatCode>
                <c:ptCount val="3"/>
                <c:pt idx="0">
                  <c:v>66089</c:v>
                </c:pt>
                <c:pt idx="1">
                  <c:v>69169</c:v>
                </c:pt>
                <c:pt idx="2">
                  <c:v>68054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E2-42D4-9069-C8BF189D7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577742288"/>
        <c:axId val="577743248"/>
        <c:axId val="0"/>
      </c:bar3DChart>
      <c:catAx>
        <c:axId val="5777422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743248"/>
        <c:crosses val="autoZero"/>
        <c:auto val="1"/>
        <c:lblAlgn val="ctr"/>
        <c:lblOffset val="100"/>
        <c:noMultiLvlLbl val="0"/>
      </c:catAx>
      <c:valAx>
        <c:axId val="57774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742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layout>
        <c:manualLayout>
          <c:xMode val="edge"/>
          <c:yMode val="edge"/>
          <c:x val="0.39498546454742839"/>
          <c:y val="0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688743255980098"/>
          <c:y val="0.14472676768576059"/>
          <c:w val="0.84311256744019902"/>
          <c:h val="0.69138583714677448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Sheet2!$E$5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accent5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5">
                  <a:lumMod val="75000"/>
                </a:schemeClr>
              </a:contourClr>
            </a:sp3d>
          </c:spPr>
          <c:invertIfNegative val="0"/>
          <c:dLbls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val>
            <c:numRef>
              <c:f>Sheet2!$F$5:$H$5</c:f>
              <c:numCache>
                <c:formatCode>General</c:formatCode>
                <c:ptCount val="3"/>
                <c:pt idx="0">
                  <c:v>66</c:v>
                </c:pt>
                <c:pt idx="1">
                  <c:v>70</c:v>
                </c:pt>
                <c:pt idx="2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E8-4291-95BE-47F491CE18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1766942240"/>
        <c:axId val="1766945120"/>
        <c:axId val="1690223120"/>
      </c:bar3DChart>
      <c:catAx>
        <c:axId val="17669422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6945120"/>
        <c:crosses val="autoZero"/>
        <c:auto val="1"/>
        <c:lblAlgn val="ctr"/>
        <c:lblOffset val="100"/>
        <c:noMultiLvlLbl val="0"/>
      </c:catAx>
      <c:valAx>
        <c:axId val="176694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6942240"/>
        <c:crosses val="autoZero"/>
        <c:crossBetween val="between"/>
      </c:valAx>
      <c:serAx>
        <c:axId val="16902231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6945120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7167280755338449E-2"/>
          <c:y val="0.28820375693562406"/>
          <c:w val="0.84323602920018281"/>
          <c:h val="0.58773466901021165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Sheet2!$E$6</c:f>
              <c:strCache>
                <c:ptCount val="1"/>
                <c:pt idx="0">
                  <c:v>Mode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2">
                  <a:shade val="95000"/>
                </a:schemeClr>
              </a:contourClr>
            </a:sp3d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val>
            <c:numRef>
              <c:f>Sheet2!$F$6:$H$6</c:f>
              <c:numCache>
                <c:formatCode>General</c:formatCode>
                <c:ptCount val="3"/>
                <c:pt idx="0">
                  <c:v>65</c:v>
                </c:pt>
                <c:pt idx="1">
                  <c:v>72</c:v>
                </c:pt>
                <c:pt idx="2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0F-4038-9D70-7AC1B8AD33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53686384"/>
        <c:axId val="1053687824"/>
        <c:axId val="0"/>
      </c:bar3DChart>
      <c:catAx>
        <c:axId val="10536863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687824"/>
        <c:crosses val="autoZero"/>
        <c:auto val="1"/>
        <c:lblAlgn val="ctr"/>
        <c:lblOffset val="100"/>
        <c:noMultiLvlLbl val="0"/>
      </c:catAx>
      <c:valAx>
        <c:axId val="1053687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686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3">
            <a:lumMod val="20000"/>
            <a:lumOff val="80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Sheet3!$A$7</c:f>
              <c:strCache>
                <c:ptCount val="1"/>
                <c:pt idx="0">
                  <c:v>Male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Sheet3!$B$6:$H$6</c:f>
              <c:strCache>
                <c:ptCount val="7"/>
                <c:pt idx="0">
                  <c:v>High School</c:v>
                </c:pt>
                <c:pt idx="1">
                  <c:v>Some High School</c:v>
                </c:pt>
                <c:pt idx="2">
                  <c:v>Bachelor's Degree</c:v>
                </c:pt>
                <c:pt idx="3">
                  <c:v>Master's Degree</c:v>
                </c:pt>
                <c:pt idx="4">
                  <c:v>Associate's Degree</c:v>
                </c:pt>
                <c:pt idx="5">
                  <c:v>Some College</c:v>
                </c:pt>
                <c:pt idx="6">
                  <c:v>Total</c:v>
                </c:pt>
              </c:strCache>
            </c:strRef>
          </c:cat>
          <c:val>
            <c:numRef>
              <c:f>Sheet3!$B$7:$H$7</c:f>
              <c:numCache>
                <c:formatCode>General</c:formatCode>
                <c:ptCount val="7"/>
                <c:pt idx="0">
                  <c:v>20.239999999999998</c:v>
                </c:pt>
                <c:pt idx="1">
                  <c:v>20.239999999999998</c:v>
                </c:pt>
                <c:pt idx="2">
                  <c:v>12.5</c:v>
                </c:pt>
                <c:pt idx="3">
                  <c:v>4.5599999999999996</c:v>
                </c:pt>
                <c:pt idx="4">
                  <c:v>21.43</c:v>
                </c:pt>
                <c:pt idx="5">
                  <c:v>21.03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A-407B-A343-A7AFAC33C8F0}"/>
            </c:ext>
          </c:extLst>
        </c:ser>
        <c:ser>
          <c:idx val="1"/>
          <c:order val="1"/>
          <c:tx>
            <c:strRef>
              <c:f>Sheet3!$A$8</c:f>
              <c:strCache>
                <c:ptCount val="1"/>
                <c:pt idx="0">
                  <c:v>Female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Sheet3!$B$6:$H$6</c:f>
              <c:strCache>
                <c:ptCount val="7"/>
                <c:pt idx="0">
                  <c:v>High School</c:v>
                </c:pt>
                <c:pt idx="1">
                  <c:v>Some High School</c:v>
                </c:pt>
                <c:pt idx="2">
                  <c:v>Bachelor's Degree</c:v>
                </c:pt>
                <c:pt idx="3">
                  <c:v>Master's Degree</c:v>
                </c:pt>
                <c:pt idx="4">
                  <c:v>Associate's Degree</c:v>
                </c:pt>
                <c:pt idx="5">
                  <c:v>Some College</c:v>
                </c:pt>
                <c:pt idx="6">
                  <c:v>Total</c:v>
                </c:pt>
              </c:strCache>
            </c:strRef>
          </c:cat>
          <c:val>
            <c:numRef>
              <c:f>Sheet3!$B$8:$H$8</c:f>
              <c:numCache>
                <c:formatCode>General</c:formatCode>
                <c:ptCount val="7"/>
                <c:pt idx="0">
                  <c:v>18.43</c:v>
                </c:pt>
                <c:pt idx="1">
                  <c:v>17.84</c:v>
                </c:pt>
                <c:pt idx="2">
                  <c:v>10.78</c:v>
                </c:pt>
                <c:pt idx="3">
                  <c:v>7.06</c:v>
                </c:pt>
                <c:pt idx="4">
                  <c:v>23.14</c:v>
                </c:pt>
                <c:pt idx="5">
                  <c:v>22.75</c:v>
                </c:pt>
                <c:pt idx="6">
                  <c:v>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3A-407B-A343-A7AFAC33C8F0}"/>
            </c:ext>
          </c:extLst>
        </c:ser>
        <c:ser>
          <c:idx val="2"/>
          <c:order val="2"/>
          <c:tx>
            <c:strRef>
              <c:f>Sheet3!$A$9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Sheet3!$B$6:$H$6</c:f>
              <c:strCache>
                <c:ptCount val="7"/>
                <c:pt idx="0">
                  <c:v>High School</c:v>
                </c:pt>
                <c:pt idx="1">
                  <c:v>Some High School</c:v>
                </c:pt>
                <c:pt idx="2">
                  <c:v>Bachelor's Degree</c:v>
                </c:pt>
                <c:pt idx="3">
                  <c:v>Master's Degree</c:v>
                </c:pt>
                <c:pt idx="4">
                  <c:v>Associate's Degree</c:v>
                </c:pt>
                <c:pt idx="5">
                  <c:v>Some College</c:v>
                </c:pt>
                <c:pt idx="6">
                  <c:v>Total</c:v>
                </c:pt>
              </c:strCache>
            </c:strRef>
          </c:cat>
          <c:val>
            <c:numRef>
              <c:f>Sheet3!$B$9:$H$9</c:f>
              <c:numCache>
                <c:formatCode>General</c:formatCode>
                <c:ptCount val="7"/>
                <c:pt idx="0">
                  <c:v>19.600000000000001</c:v>
                </c:pt>
                <c:pt idx="1">
                  <c:v>17.899999999999999</c:v>
                </c:pt>
                <c:pt idx="2">
                  <c:v>11.8</c:v>
                </c:pt>
                <c:pt idx="3">
                  <c:v>5.9</c:v>
                </c:pt>
                <c:pt idx="4">
                  <c:v>22.6</c:v>
                </c:pt>
                <c:pt idx="5">
                  <c:v>22.2</c:v>
                </c:pt>
                <c:pt idx="6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3A-407B-A343-A7AFAC33C8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27361072"/>
        <c:axId val="1827362992"/>
        <c:axId val="0"/>
      </c:bar3DChart>
      <c:catAx>
        <c:axId val="1827361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7362992"/>
        <c:crosses val="autoZero"/>
        <c:auto val="1"/>
        <c:lblAlgn val="ctr"/>
        <c:lblOffset val="100"/>
        <c:noMultiLvlLbl val="0"/>
      </c:catAx>
      <c:valAx>
        <c:axId val="1827362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7361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Reading score Vs writing score</a:t>
            </a:r>
          </a:p>
        </c:rich>
      </c:tx>
      <c:layout>
        <c:manualLayout>
          <c:xMode val="edge"/>
          <c:yMode val="edge"/>
          <c:x val="0.37140966754155735"/>
          <c:y val="7.33752014929253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214417708213905"/>
          <c:y val="7.299759722125819E-2"/>
          <c:w val="0.81156391255807159"/>
          <c:h val="0.6364715569759028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writing score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Sheet4!$A$2:$A$1001</c:f>
              <c:numCache>
                <c:formatCode>General</c:formatCode>
                <c:ptCount val="1000"/>
                <c:pt idx="0">
                  <c:v>72</c:v>
                </c:pt>
                <c:pt idx="1">
                  <c:v>90</c:v>
                </c:pt>
                <c:pt idx="2">
                  <c:v>95</c:v>
                </c:pt>
                <c:pt idx="3">
                  <c:v>57</c:v>
                </c:pt>
                <c:pt idx="4">
                  <c:v>78</c:v>
                </c:pt>
                <c:pt idx="5">
                  <c:v>83</c:v>
                </c:pt>
                <c:pt idx="6">
                  <c:v>95</c:v>
                </c:pt>
                <c:pt idx="7">
                  <c:v>43</c:v>
                </c:pt>
                <c:pt idx="8">
                  <c:v>64</c:v>
                </c:pt>
                <c:pt idx="9">
                  <c:v>60</c:v>
                </c:pt>
                <c:pt idx="10">
                  <c:v>54</c:v>
                </c:pt>
                <c:pt idx="11">
                  <c:v>52</c:v>
                </c:pt>
                <c:pt idx="12">
                  <c:v>81</c:v>
                </c:pt>
                <c:pt idx="13">
                  <c:v>72</c:v>
                </c:pt>
                <c:pt idx="14">
                  <c:v>53</c:v>
                </c:pt>
                <c:pt idx="15">
                  <c:v>75</c:v>
                </c:pt>
                <c:pt idx="16">
                  <c:v>89</c:v>
                </c:pt>
                <c:pt idx="17">
                  <c:v>32</c:v>
                </c:pt>
                <c:pt idx="18">
                  <c:v>42</c:v>
                </c:pt>
                <c:pt idx="19">
                  <c:v>58</c:v>
                </c:pt>
                <c:pt idx="20">
                  <c:v>69</c:v>
                </c:pt>
                <c:pt idx="21">
                  <c:v>75</c:v>
                </c:pt>
                <c:pt idx="22">
                  <c:v>54</c:v>
                </c:pt>
                <c:pt idx="23">
                  <c:v>73</c:v>
                </c:pt>
                <c:pt idx="24">
                  <c:v>71</c:v>
                </c:pt>
                <c:pt idx="25">
                  <c:v>74</c:v>
                </c:pt>
                <c:pt idx="26">
                  <c:v>54</c:v>
                </c:pt>
                <c:pt idx="27">
                  <c:v>69</c:v>
                </c:pt>
                <c:pt idx="28">
                  <c:v>70</c:v>
                </c:pt>
                <c:pt idx="29">
                  <c:v>70</c:v>
                </c:pt>
                <c:pt idx="30">
                  <c:v>74</c:v>
                </c:pt>
                <c:pt idx="31">
                  <c:v>65</c:v>
                </c:pt>
                <c:pt idx="32">
                  <c:v>72</c:v>
                </c:pt>
                <c:pt idx="33">
                  <c:v>42</c:v>
                </c:pt>
                <c:pt idx="34">
                  <c:v>87</c:v>
                </c:pt>
                <c:pt idx="35">
                  <c:v>81</c:v>
                </c:pt>
                <c:pt idx="36">
                  <c:v>81</c:v>
                </c:pt>
                <c:pt idx="37">
                  <c:v>64</c:v>
                </c:pt>
                <c:pt idx="38">
                  <c:v>90</c:v>
                </c:pt>
                <c:pt idx="39">
                  <c:v>56</c:v>
                </c:pt>
                <c:pt idx="40">
                  <c:v>61</c:v>
                </c:pt>
                <c:pt idx="41">
                  <c:v>73</c:v>
                </c:pt>
                <c:pt idx="42">
                  <c:v>58</c:v>
                </c:pt>
                <c:pt idx="43">
                  <c:v>65</c:v>
                </c:pt>
                <c:pt idx="44">
                  <c:v>56</c:v>
                </c:pt>
                <c:pt idx="45">
                  <c:v>54</c:v>
                </c:pt>
                <c:pt idx="46">
                  <c:v>65</c:v>
                </c:pt>
                <c:pt idx="47">
                  <c:v>71</c:v>
                </c:pt>
                <c:pt idx="48">
                  <c:v>74</c:v>
                </c:pt>
                <c:pt idx="49">
                  <c:v>84</c:v>
                </c:pt>
                <c:pt idx="50">
                  <c:v>55</c:v>
                </c:pt>
                <c:pt idx="51">
                  <c:v>69</c:v>
                </c:pt>
                <c:pt idx="52">
                  <c:v>44</c:v>
                </c:pt>
                <c:pt idx="53">
                  <c:v>78</c:v>
                </c:pt>
                <c:pt idx="54">
                  <c:v>84</c:v>
                </c:pt>
                <c:pt idx="55">
                  <c:v>41</c:v>
                </c:pt>
                <c:pt idx="56">
                  <c:v>85</c:v>
                </c:pt>
                <c:pt idx="57">
                  <c:v>55</c:v>
                </c:pt>
                <c:pt idx="58">
                  <c:v>59</c:v>
                </c:pt>
                <c:pt idx="59">
                  <c:v>17</c:v>
                </c:pt>
                <c:pt idx="60">
                  <c:v>74</c:v>
                </c:pt>
                <c:pt idx="61">
                  <c:v>39</c:v>
                </c:pt>
                <c:pt idx="62">
                  <c:v>61</c:v>
                </c:pt>
                <c:pt idx="63">
                  <c:v>80</c:v>
                </c:pt>
                <c:pt idx="64">
                  <c:v>58</c:v>
                </c:pt>
                <c:pt idx="65">
                  <c:v>64</c:v>
                </c:pt>
                <c:pt idx="66">
                  <c:v>37</c:v>
                </c:pt>
                <c:pt idx="67">
                  <c:v>72</c:v>
                </c:pt>
                <c:pt idx="68">
                  <c:v>58</c:v>
                </c:pt>
                <c:pt idx="69">
                  <c:v>64</c:v>
                </c:pt>
                <c:pt idx="70">
                  <c:v>63</c:v>
                </c:pt>
                <c:pt idx="71">
                  <c:v>55</c:v>
                </c:pt>
                <c:pt idx="72">
                  <c:v>51</c:v>
                </c:pt>
                <c:pt idx="73">
                  <c:v>57</c:v>
                </c:pt>
                <c:pt idx="74">
                  <c:v>49</c:v>
                </c:pt>
                <c:pt idx="75">
                  <c:v>41</c:v>
                </c:pt>
                <c:pt idx="76">
                  <c:v>26</c:v>
                </c:pt>
                <c:pt idx="77">
                  <c:v>78</c:v>
                </c:pt>
                <c:pt idx="78">
                  <c:v>74</c:v>
                </c:pt>
                <c:pt idx="79">
                  <c:v>68</c:v>
                </c:pt>
                <c:pt idx="80">
                  <c:v>49</c:v>
                </c:pt>
                <c:pt idx="81">
                  <c:v>45</c:v>
                </c:pt>
                <c:pt idx="82">
                  <c:v>47</c:v>
                </c:pt>
                <c:pt idx="83">
                  <c:v>64</c:v>
                </c:pt>
                <c:pt idx="84">
                  <c:v>39</c:v>
                </c:pt>
                <c:pt idx="85">
                  <c:v>80</c:v>
                </c:pt>
                <c:pt idx="86">
                  <c:v>83</c:v>
                </c:pt>
                <c:pt idx="87">
                  <c:v>71</c:v>
                </c:pt>
                <c:pt idx="88">
                  <c:v>70</c:v>
                </c:pt>
                <c:pt idx="89">
                  <c:v>86</c:v>
                </c:pt>
                <c:pt idx="90">
                  <c:v>72</c:v>
                </c:pt>
                <c:pt idx="91">
                  <c:v>34</c:v>
                </c:pt>
                <c:pt idx="92">
                  <c:v>79</c:v>
                </c:pt>
                <c:pt idx="93">
                  <c:v>45</c:v>
                </c:pt>
                <c:pt idx="94">
                  <c:v>86</c:v>
                </c:pt>
                <c:pt idx="95">
                  <c:v>81</c:v>
                </c:pt>
                <c:pt idx="96">
                  <c:v>66</c:v>
                </c:pt>
                <c:pt idx="97">
                  <c:v>72</c:v>
                </c:pt>
                <c:pt idx="98">
                  <c:v>67</c:v>
                </c:pt>
                <c:pt idx="99">
                  <c:v>67</c:v>
                </c:pt>
                <c:pt idx="100">
                  <c:v>67</c:v>
                </c:pt>
                <c:pt idx="101">
                  <c:v>74</c:v>
                </c:pt>
                <c:pt idx="102">
                  <c:v>91</c:v>
                </c:pt>
                <c:pt idx="103">
                  <c:v>44</c:v>
                </c:pt>
                <c:pt idx="104">
                  <c:v>86</c:v>
                </c:pt>
                <c:pt idx="105">
                  <c:v>67</c:v>
                </c:pt>
                <c:pt idx="106">
                  <c:v>100</c:v>
                </c:pt>
                <c:pt idx="107">
                  <c:v>63</c:v>
                </c:pt>
                <c:pt idx="108">
                  <c:v>76</c:v>
                </c:pt>
                <c:pt idx="109">
                  <c:v>64</c:v>
                </c:pt>
                <c:pt idx="110">
                  <c:v>89</c:v>
                </c:pt>
                <c:pt idx="111">
                  <c:v>55</c:v>
                </c:pt>
                <c:pt idx="112">
                  <c:v>53</c:v>
                </c:pt>
                <c:pt idx="113">
                  <c:v>58</c:v>
                </c:pt>
                <c:pt idx="114">
                  <c:v>100</c:v>
                </c:pt>
                <c:pt idx="115">
                  <c:v>77</c:v>
                </c:pt>
                <c:pt idx="116">
                  <c:v>85</c:v>
                </c:pt>
                <c:pt idx="117">
                  <c:v>82</c:v>
                </c:pt>
                <c:pt idx="118">
                  <c:v>63</c:v>
                </c:pt>
                <c:pt idx="119">
                  <c:v>69</c:v>
                </c:pt>
                <c:pt idx="120">
                  <c:v>92</c:v>
                </c:pt>
                <c:pt idx="121">
                  <c:v>89</c:v>
                </c:pt>
                <c:pt idx="122">
                  <c:v>93</c:v>
                </c:pt>
                <c:pt idx="123">
                  <c:v>57</c:v>
                </c:pt>
                <c:pt idx="124">
                  <c:v>80</c:v>
                </c:pt>
                <c:pt idx="125">
                  <c:v>95</c:v>
                </c:pt>
                <c:pt idx="126">
                  <c:v>68</c:v>
                </c:pt>
                <c:pt idx="127">
                  <c:v>77</c:v>
                </c:pt>
                <c:pt idx="128">
                  <c:v>82</c:v>
                </c:pt>
                <c:pt idx="129">
                  <c:v>49</c:v>
                </c:pt>
                <c:pt idx="130">
                  <c:v>84</c:v>
                </c:pt>
                <c:pt idx="131">
                  <c:v>37</c:v>
                </c:pt>
                <c:pt idx="132">
                  <c:v>74</c:v>
                </c:pt>
                <c:pt idx="133">
                  <c:v>81</c:v>
                </c:pt>
                <c:pt idx="134">
                  <c:v>79</c:v>
                </c:pt>
                <c:pt idx="135">
                  <c:v>55</c:v>
                </c:pt>
                <c:pt idx="136">
                  <c:v>54</c:v>
                </c:pt>
                <c:pt idx="137">
                  <c:v>55</c:v>
                </c:pt>
                <c:pt idx="138">
                  <c:v>66</c:v>
                </c:pt>
                <c:pt idx="139">
                  <c:v>61</c:v>
                </c:pt>
                <c:pt idx="140">
                  <c:v>72</c:v>
                </c:pt>
                <c:pt idx="141">
                  <c:v>62</c:v>
                </c:pt>
                <c:pt idx="142">
                  <c:v>55</c:v>
                </c:pt>
                <c:pt idx="143">
                  <c:v>43</c:v>
                </c:pt>
                <c:pt idx="144">
                  <c:v>73</c:v>
                </c:pt>
                <c:pt idx="145">
                  <c:v>39</c:v>
                </c:pt>
                <c:pt idx="146">
                  <c:v>84</c:v>
                </c:pt>
                <c:pt idx="147">
                  <c:v>68</c:v>
                </c:pt>
                <c:pt idx="148">
                  <c:v>75</c:v>
                </c:pt>
                <c:pt idx="149">
                  <c:v>100</c:v>
                </c:pt>
                <c:pt idx="150">
                  <c:v>67</c:v>
                </c:pt>
                <c:pt idx="151">
                  <c:v>67</c:v>
                </c:pt>
                <c:pt idx="152">
                  <c:v>70</c:v>
                </c:pt>
                <c:pt idx="153">
                  <c:v>49</c:v>
                </c:pt>
                <c:pt idx="154">
                  <c:v>67</c:v>
                </c:pt>
                <c:pt idx="155">
                  <c:v>89</c:v>
                </c:pt>
                <c:pt idx="156">
                  <c:v>74</c:v>
                </c:pt>
                <c:pt idx="157">
                  <c:v>60</c:v>
                </c:pt>
                <c:pt idx="158">
                  <c:v>86</c:v>
                </c:pt>
                <c:pt idx="159">
                  <c:v>62</c:v>
                </c:pt>
                <c:pt idx="160">
                  <c:v>78</c:v>
                </c:pt>
                <c:pt idx="161">
                  <c:v>88</c:v>
                </c:pt>
                <c:pt idx="162">
                  <c:v>53</c:v>
                </c:pt>
                <c:pt idx="163">
                  <c:v>53</c:v>
                </c:pt>
                <c:pt idx="164">
                  <c:v>92</c:v>
                </c:pt>
                <c:pt idx="165">
                  <c:v>100</c:v>
                </c:pt>
                <c:pt idx="166">
                  <c:v>51</c:v>
                </c:pt>
                <c:pt idx="167">
                  <c:v>76</c:v>
                </c:pt>
                <c:pt idx="168">
                  <c:v>83</c:v>
                </c:pt>
                <c:pt idx="169">
                  <c:v>75</c:v>
                </c:pt>
                <c:pt idx="170">
                  <c:v>73</c:v>
                </c:pt>
                <c:pt idx="171">
                  <c:v>88</c:v>
                </c:pt>
                <c:pt idx="172">
                  <c:v>86</c:v>
                </c:pt>
                <c:pt idx="173">
                  <c:v>67</c:v>
                </c:pt>
                <c:pt idx="174">
                  <c:v>51</c:v>
                </c:pt>
                <c:pt idx="175">
                  <c:v>91</c:v>
                </c:pt>
                <c:pt idx="176">
                  <c:v>54</c:v>
                </c:pt>
                <c:pt idx="177">
                  <c:v>77</c:v>
                </c:pt>
                <c:pt idx="178">
                  <c:v>70</c:v>
                </c:pt>
                <c:pt idx="179">
                  <c:v>100</c:v>
                </c:pt>
                <c:pt idx="180">
                  <c:v>68</c:v>
                </c:pt>
                <c:pt idx="181">
                  <c:v>64</c:v>
                </c:pt>
                <c:pt idx="182">
                  <c:v>50</c:v>
                </c:pt>
                <c:pt idx="183">
                  <c:v>69</c:v>
                </c:pt>
                <c:pt idx="184">
                  <c:v>52</c:v>
                </c:pt>
                <c:pt idx="185">
                  <c:v>67</c:v>
                </c:pt>
                <c:pt idx="186">
                  <c:v>76</c:v>
                </c:pt>
                <c:pt idx="187">
                  <c:v>66</c:v>
                </c:pt>
                <c:pt idx="188">
                  <c:v>52</c:v>
                </c:pt>
                <c:pt idx="189">
                  <c:v>88</c:v>
                </c:pt>
                <c:pt idx="190">
                  <c:v>65</c:v>
                </c:pt>
                <c:pt idx="191">
                  <c:v>83</c:v>
                </c:pt>
                <c:pt idx="192">
                  <c:v>64</c:v>
                </c:pt>
                <c:pt idx="193">
                  <c:v>62</c:v>
                </c:pt>
                <c:pt idx="194">
                  <c:v>84</c:v>
                </c:pt>
                <c:pt idx="195">
                  <c:v>55</c:v>
                </c:pt>
                <c:pt idx="196">
                  <c:v>69</c:v>
                </c:pt>
                <c:pt idx="197">
                  <c:v>56</c:v>
                </c:pt>
                <c:pt idx="198">
                  <c:v>53</c:v>
                </c:pt>
                <c:pt idx="199">
                  <c:v>79</c:v>
                </c:pt>
                <c:pt idx="200">
                  <c:v>84</c:v>
                </c:pt>
                <c:pt idx="201">
                  <c:v>81</c:v>
                </c:pt>
                <c:pt idx="202">
                  <c:v>77</c:v>
                </c:pt>
                <c:pt idx="203">
                  <c:v>69</c:v>
                </c:pt>
                <c:pt idx="204">
                  <c:v>41</c:v>
                </c:pt>
                <c:pt idx="205">
                  <c:v>71</c:v>
                </c:pt>
                <c:pt idx="206">
                  <c:v>62</c:v>
                </c:pt>
                <c:pt idx="207">
                  <c:v>80</c:v>
                </c:pt>
                <c:pt idx="208">
                  <c:v>81</c:v>
                </c:pt>
                <c:pt idx="209">
                  <c:v>61</c:v>
                </c:pt>
                <c:pt idx="210">
                  <c:v>79</c:v>
                </c:pt>
                <c:pt idx="211">
                  <c:v>28</c:v>
                </c:pt>
                <c:pt idx="212">
                  <c:v>62</c:v>
                </c:pt>
                <c:pt idx="213">
                  <c:v>51</c:v>
                </c:pt>
                <c:pt idx="214">
                  <c:v>91</c:v>
                </c:pt>
                <c:pt idx="215">
                  <c:v>83</c:v>
                </c:pt>
                <c:pt idx="216">
                  <c:v>86</c:v>
                </c:pt>
                <c:pt idx="217">
                  <c:v>42</c:v>
                </c:pt>
                <c:pt idx="218">
                  <c:v>77</c:v>
                </c:pt>
                <c:pt idx="219">
                  <c:v>56</c:v>
                </c:pt>
                <c:pt idx="220">
                  <c:v>68</c:v>
                </c:pt>
                <c:pt idx="221">
                  <c:v>85</c:v>
                </c:pt>
                <c:pt idx="222">
                  <c:v>65</c:v>
                </c:pt>
                <c:pt idx="223">
                  <c:v>80</c:v>
                </c:pt>
                <c:pt idx="224">
                  <c:v>66</c:v>
                </c:pt>
                <c:pt idx="225">
                  <c:v>56</c:v>
                </c:pt>
                <c:pt idx="226">
                  <c:v>72</c:v>
                </c:pt>
                <c:pt idx="227">
                  <c:v>50</c:v>
                </c:pt>
                <c:pt idx="228">
                  <c:v>72</c:v>
                </c:pt>
                <c:pt idx="229">
                  <c:v>95</c:v>
                </c:pt>
                <c:pt idx="230">
                  <c:v>64</c:v>
                </c:pt>
                <c:pt idx="231">
                  <c:v>43</c:v>
                </c:pt>
                <c:pt idx="232">
                  <c:v>86</c:v>
                </c:pt>
                <c:pt idx="233">
                  <c:v>87</c:v>
                </c:pt>
                <c:pt idx="234">
                  <c:v>82</c:v>
                </c:pt>
                <c:pt idx="235">
                  <c:v>75</c:v>
                </c:pt>
                <c:pt idx="236">
                  <c:v>66</c:v>
                </c:pt>
                <c:pt idx="237">
                  <c:v>60</c:v>
                </c:pt>
                <c:pt idx="238">
                  <c:v>52</c:v>
                </c:pt>
                <c:pt idx="239">
                  <c:v>80</c:v>
                </c:pt>
                <c:pt idx="240">
                  <c:v>68</c:v>
                </c:pt>
                <c:pt idx="241">
                  <c:v>83</c:v>
                </c:pt>
                <c:pt idx="242">
                  <c:v>52</c:v>
                </c:pt>
                <c:pt idx="243">
                  <c:v>51</c:v>
                </c:pt>
                <c:pt idx="244">
                  <c:v>74</c:v>
                </c:pt>
                <c:pt idx="245">
                  <c:v>76</c:v>
                </c:pt>
                <c:pt idx="246">
                  <c:v>76</c:v>
                </c:pt>
                <c:pt idx="247">
                  <c:v>70</c:v>
                </c:pt>
                <c:pt idx="248">
                  <c:v>64</c:v>
                </c:pt>
                <c:pt idx="249">
                  <c:v>60</c:v>
                </c:pt>
                <c:pt idx="250">
                  <c:v>49</c:v>
                </c:pt>
                <c:pt idx="251">
                  <c:v>83</c:v>
                </c:pt>
                <c:pt idx="252">
                  <c:v>70</c:v>
                </c:pt>
                <c:pt idx="253">
                  <c:v>80</c:v>
                </c:pt>
                <c:pt idx="254">
                  <c:v>52</c:v>
                </c:pt>
                <c:pt idx="255">
                  <c:v>73</c:v>
                </c:pt>
                <c:pt idx="256">
                  <c:v>73</c:v>
                </c:pt>
                <c:pt idx="257">
                  <c:v>77</c:v>
                </c:pt>
                <c:pt idx="258">
                  <c:v>75</c:v>
                </c:pt>
                <c:pt idx="259">
                  <c:v>81</c:v>
                </c:pt>
                <c:pt idx="260">
                  <c:v>79</c:v>
                </c:pt>
                <c:pt idx="261">
                  <c:v>79</c:v>
                </c:pt>
                <c:pt idx="262">
                  <c:v>50</c:v>
                </c:pt>
                <c:pt idx="263">
                  <c:v>93</c:v>
                </c:pt>
                <c:pt idx="264">
                  <c:v>73</c:v>
                </c:pt>
                <c:pt idx="265">
                  <c:v>42</c:v>
                </c:pt>
                <c:pt idx="266">
                  <c:v>75</c:v>
                </c:pt>
                <c:pt idx="267">
                  <c:v>72</c:v>
                </c:pt>
                <c:pt idx="268">
                  <c:v>92</c:v>
                </c:pt>
                <c:pt idx="269">
                  <c:v>76</c:v>
                </c:pt>
                <c:pt idx="270">
                  <c:v>63</c:v>
                </c:pt>
                <c:pt idx="271">
                  <c:v>49</c:v>
                </c:pt>
                <c:pt idx="272">
                  <c:v>53</c:v>
                </c:pt>
                <c:pt idx="273">
                  <c:v>70</c:v>
                </c:pt>
                <c:pt idx="274">
                  <c:v>85</c:v>
                </c:pt>
                <c:pt idx="275">
                  <c:v>78</c:v>
                </c:pt>
                <c:pt idx="276">
                  <c:v>92</c:v>
                </c:pt>
                <c:pt idx="277">
                  <c:v>63</c:v>
                </c:pt>
                <c:pt idx="278">
                  <c:v>86</c:v>
                </c:pt>
                <c:pt idx="279">
                  <c:v>56</c:v>
                </c:pt>
                <c:pt idx="280">
                  <c:v>52</c:v>
                </c:pt>
                <c:pt idx="281">
                  <c:v>48</c:v>
                </c:pt>
                <c:pt idx="282">
                  <c:v>79</c:v>
                </c:pt>
                <c:pt idx="283">
                  <c:v>78</c:v>
                </c:pt>
                <c:pt idx="284">
                  <c:v>46</c:v>
                </c:pt>
                <c:pt idx="285">
                  <c:v>82</c:v>
                </c:pt>
                <c:pt idx="286">
                  <c:v>82</c:v>
                </c:pt>
                <c:pt idx="287">
                  <c:v>89</c:v>
                </c:pt>
                <c:pt idx="288">
                  <c:v>75</c:v>
                </c:pt>
                <c:pt idx="289">
                  <c:v>76</c:v>
                </c:pt>
                <c:pt idx="290">
                  <c:v>70</c:v>
                </c:pt>
                <c:pt idx="291">
                  <c:v>73</c:v>
                </c:pt>
                <c:pt idx="292">
                  <c:v>60</c:v>
                </c:pt>
                <c:pt idx="293">
                  <c:v>73</c:v>
                </c:pt>
                <c:pt idx="294">
                  <c:v>77</c:v>
                </c:pt>
                <c:pt idx="295">
                  <c:v>62</c:v>
                </c:pt>
                <c:pt idx="296">
                  <c:v>41</c:v>
                </c:pt>
                <c:pt idx="297">
                  <c:v>74</c:v>
                </c:pt>
                <c:pt idx="298">
                  <c:v>46</c:v>
                </c:pt>
                <c:pt idx="299">
                  <c:v>87</c:v>
                </c:pt>
                <c:pt idx="300">
                  <c:v>78</c:v>
                </c:pt>
                <c:pt idx="301">
                  <c:v>54</c:v>
                </c:pt>
                <c:pt idx="302">
                  <c:v>84</c:v>
                </c:pt>
                <c:pt idx="303">
                  <c:v>76</c:v>
                </c:pt>
                <c:pt idx="304">
                  <c:v>75</c:v>
                </c:pt>
                <c:pt idx="305">
                  <c:v>67</c:v>
                </c:pt>
                <c:pt idx="306">
                  <c:v>87</c:v>
                </c:pt>
                <c:pt idx="307">
                  <c:v>52</c:v>
                </c:pt>
                <c:pt idx="308">
                  <c:v>71</c:v>
                </c:pt>
                <c:pt idx="309">
                  <c:v>57</c:v>
                </c:pt>
                <c:pt idx="310">
                  <c:v>76</c:v>
                </c:pt>
                <c:pt idx="311">
                  <c:v>60</c:v>
                </c:pt>
                <c:pt idx="312">
                  <c:v>61</c:v>
                </c:pt>
                <c:pt idx="313">
                  <c:v>67</c:v>
                </c:pt>
                <c:pt idx="314">
                  <c:v>64</c:v>
                </c:pt>
                <c:pt idx="315">
                  <c:v>66</c:v>
                </c:pt>
                <c:pt idx="316">
                  <c:v>82</c:v>
                </c:pt>
                <c:pt idx="317">
                  <c:v>72</c:v>
                </c:pt>
                <c:pt idx="318">
                  <c:v>71</c:v>
                </c:pt>
                <c:pt idx="319">
                  <c:v>65</c:v>
                </c:pt>
                <c:pt idx="320">
                  <c:v>79</c:v>
                </c:pt>
                <c:pt idx="321">
                  <c:v>86</c:v>
                </c:pt>
                <c:pt idx="322">
                  <c:v>81</c:v>
                </c:pt>
                <c:pt idx="323">
                  <c:v>53</c:v>
                </c:pt>
                <c:pt idx="324">
                  <c:v>46</c:v>
                </c:pt>
                <c:pt idx="325">
                  <c:v>90</c:v>
                </c:pt>
                <c:pt idx="326">
                  <c:v>61</c:v>
                </c:pt>
                <c:pt idx="327">
                  <c:v>23</c:v>
                </c:pt>
                <c:pt idx="328">
                  <c:v>75</c:v>
                </c:pt>
                <c:pt idx="329">
                  <c:v>55</c:v>
                </c:pt>
                <c:pt idx="330">
                  <c:v>60</c:v>
                </c:pt>
                <c:pt idx="331">
                  <c:v>37</c:v>
                </c:pt>
                <c:pt idx="332">
                  <c:v>56</c:v>
                </c:pt>
                <c:pt idx="333">
                  <c:v>78</c:v>
                </c:pt>
                <c:pt idx="334">
                  <c:v>93</c:v>
                </c:pt>
                <c:pt idx="335">
                  <c:v>68</c:v>
                </c:pt>
                <c:pt idx="336">
                  <c:v>70</c:v>
                </c:pt>
                <c:pt idx="337">
                  <c:v>51</c:v>
                </c:pt>
                <c:pt idx="338">
                  <c:v>38</c:v>
                </c:pt>
                <c:pt idx="339">
                  <c:v>55</c:v>
                </c:pt>
                <c:pt idx="340">
                  <c:v>61</c:v>
                </c:pt>
                <c:pt idx="341">
                  <c:v>73</c:v>
                </c:pt>
                <c:pt idx="342">
                  <c:v>76</c:v>
                </c:pt>
                <c:pt idx="343">
                  <c:v>72</c:v>
                </c:pt>
                <c:pt idx="344">
                  <c:v>73</c:v>
                </c:pt>
                <c:pt idx="345">
                  <c:v>80</c:v>
                </c:pt>
                <c:pt idx="346">
                  <c:v>61</c:v>
                </c:pt>
                <c:pt idx="347">
                  <c:v>94</c:v>
                </c:pt>
                <c:pt idx="348">
                  <c:v>74</c:v>
                </c:pt>
                <c:pt idx="349">
                  <c:v>74</c:v>
                </c:pt>
                <c:pt idx="350">
                  <c:v>65</c:v>
                </c:pt>
                <c:pt idx="351">
                  <c:v>57</c:v>
                </c:pt>
                <c:pt idx="352">
                  <c:v>78</c:v>
                </c:pt>
                <c:pt idx="353">
                  <c:v>58</c:v>
                </c:pt>
                <c:pt idx="354">
                  <c:v>71</c:v>
                </c:pt>
                <c:pt idx="355">
                  <c:v>72</c:v>
                </c:pt>
                <c:pt idx="356">
                  <c:v>61</c:v>
                </c:pt>
                <c:pt idx="357">
                  <c:v>66</c:v>
                </c:pt>
                <c:pt idx="358">
                  <c:v>62</c:v>
                </c:pt>
                <c:pt idx="359">
                  <c:v>90</c:v>
                </c:pt>
                <c:pt idx="360">
                  <c:v>62</c:v>
                </c:pt>
                <c:pt idx="361">
                  <c:v>84</c:v>
                </c:pt>
                <c:pt idx="362">
                  <c:v>58</c:v>
                </c:pt>
                <c:pt idx="363">
                  <c:v>34</c:v>
                </c:pt>
                <c:pt idx="364">
                  <c:v>60</c:v>
                </c:pt>
                <c:pt idx="365">
                  <c:v>58</c:v>
                </c:pt>
                <c:pt idx="366">
                  <c:v>58</c:v>
                </c:pt>
                <c:pt idx="367">
                  <c:v>66</c:v>
                </c:pt>
                <c:pt idx="368">
                  <c:v>64</c:v>
                </c:pt>
                <c:pt idx="369">
                  <c:v>84</c:v>
                </c:pt>
                <c:pt idx="370">
                  <c:v>77</c:v>
                </c:pt>
                <c:pt idx="371">
                  <c:v>73</c:v>
                </c:pt>
                <c:pt idx="372">
                  <c:v>74</c:v>
                </c:pt>
                <c:pt idx="373">
                  <c:v>97</c:v>
                </c:pt>
                <c:pt idx="374">
                  <c:v>70</c:v>
                </c:pt>
                <c:pt idx="375">
                  <c:v>43</c:v>
                </c:pt>
                <c:pt idx="376">
                  <c:v>90</c:v>
                </c:pt>
                <c:pt idx="377">
                  <c:v>95</c:v>
                </c:pt>
                <c:pt idx="378">
                  <c:v>83</c:v>
                </c:pt>
                <c:pt idx="379">
                  <c:v>64</c:v>
                </c:pt>
                <c:pt idx="380">
                  <c:v>86</c:v>
                </c:pt>
                <c:pt idx="381">
                  <c:v>100</c:v>
                </c:pt>
                <c:pt idx="382">
                  <c:v>81</c:v>
                </c:pt>
                <c:pt idx="383">
                  <c:v>49</c:v>
                </c:pt>
                <c:pt idx="384">
                  <c:v>43</c:v>
                </c:pt>
                <c:pt idx="385">
                  <c:v>76</c:v>
                </c:pt>
                <c:pt idx="386">
                  <c:v>73</c:v>
                </c:pt>
                <c:pt idx="387">
                  <c:v>78</c:v>
                </c:pt>
                <c:pt idx="388">
                  <c:v>64</c:v>
                </c:pt>
                <c:pt idx="389">
                  <c:v>70</c:v>
                </c:pt>
                <c:pt idx="390">
                  <c:v>67</c:v>
                </c:pt>
                <c:pt idx="391">
                  <c:v>68</c:v>
                </c:pt>
                <c:pt idx="392">
                  <c:v>67</c:v>
                </c:pt>
                <c:pt idx="393">
                  <c:v>54</c:v>
                </c:pt>
                <c:pt idx="394">
                  <c:v>74</c:v>
                </c:pt>
                <c:pt idx="395">
                  <c:v>45</c:v>
                </c:pt>
                <c:pt idx="396">
                  <c:v>67</c:v>
                </c:pt>
                <c:pt idx="397">
                  <c:v>89</c:v>
                </c:pt>
                <c:pt idx="398">
                  <c:v>63</c:v>
                </c:pt>
                <c:pt idx="399">
                  <c:v>59</c:v>
                </c:pt>
                <c:pt idx="400">
                  <c:v>54</c:v>
                </c:pt>
                <c:pt idx="401">
                  <c:v>43</c:v>
                </c:pt>
                <c:pt idx="402">
                  <c:v>65</c:v>
                </c:pt>
                <c:pt idx="403">
                  <c:v>99</c:v>
                </c:pt>
                <c:pt idx="404">
                  <c:v>59</c:v>
                </c:pt>
                <c:pt idx="405">
                  <c:v>73</c:v>
                </c:pt>
                <c:pt idx="406">
                  <c:v>65</c:v>
                </c:pt>
                <c:pt idx="407">
                  <c:v>80</c:v>
                </c:pt>
                <c:pt idx="408">
                  <c:v>57</c:v>
                </c:pt>
                <c:pt idx="409">
                  <c:v>84</c:v>
                </c:pt>
                <c:pt idx="410">
                  <c:v>71</c:v>
                </c:pt>
                <c:pt idx="411">
                  <c:v>83</c:v>
                </c:pt>
                <c:pt idx="412">
                  <c:v>66</c:v>
                </c:pt>
                <c:pt idx="413">
                  <c:v>67</c:v>
                </c:pt>
                <c:pt idx="414">
                  <c:v>72</c:v>
                </c:pt>
                <c:pt idx="415">
                  <c:v>73</c:v>
                </c:pt>
                <c:pt idx="416">
                  <c:v>74</c:v>
                </c:pt>
                <c:pt idx="417">
                  <c:v>73</c:v>
                </c:pt>
                <c:pt idx="418">
                  <c:v>59</c:v>
                </c:pt>
                <c:pt idx="419">
                  <c:v>56</c:v>
                </c:pt>
                <c:pt idx="420">
                  <c:v>93</c:v>
                </c:pt>
                <c:pt idx="421">
                  <c:v>58</c:v>
                </c:pt>
                <c:pt idx="422">
                  <c:v>58</c:v>
                </c:pt>
                <c:pt idx="423">
                  <c:v>85</c:v>
                </c:pt>
                <c:pt idx="424">
                  <c:v>39</c:v>
                </c:pt>
                <c:pt idx="425">
                  <c:v>67</c:v>
                </c:pt>
                <c:pt idx="426">
                  <c:v>83</c:v>
                </c:pt>
                <c:pt idx="427">
                  <c:v>71</c:v>
                </c:pt>
                <c:pt idx="428">
                  <c:v>59</c:v>
                </c:pt>
                <c:pt idx="429">
                  <c:v>63</c:v>
                </c:pt>
                <c:pt idx="430">
                  <c:v>66</c:v>
                </c:pt>
                <c:pt idx="431">
                  <c:v>72</c:v>
                </c:pt>
                <c:pt idx="432">
                  <c:v>56</c:v>
                </c:pt>
                <c:pt idx="433">
                  <c:v>59</c:v>
                </c:pt>
                <c:pt idx="434">
                  <c:v>66</c:v>
                </c:pt>
                <c:pt idx="435">
                  <c:v>48</c:v>
                </c:pt>
                <c:pt idx="436">
                  <c:v>68</c:v>
                </c:pt>
                <c:pt idx="437">
                  <c:v>66</c:v>
                </c:pt>
                <c:pt idx="438">
                  <c:v>56</c:v>
                </c:pt>
                <c:pt idx="439">
                  <c:v>88</c:v>
                </c:pt>
                <c:pt idx="440">
                  <c:v>81</c:v>
                </c:pt>
                <c:pt idx="441">
                  <c:v>81</c:v>
                </c:pt>
                <c:pt idx="442">
                  <c:v>73</c:v>
                </c:pt>
                <c:pt idx="443">
                  <c:v>83</c:v>
                </c:pt>
                <c:pt idx="444">
                  <c:v>82</c:v>
                </c:pt>
                <c:pt idx="445">
                  <c:v>74</c:v>
                </c:pt>
                <c:pt idx="446">
                  <c:v>66</c:v>
                </c:pt>
                <c:pt idx="447">
                  <c:v>81</c:v>
                </c:pt>
                <c:pt idx="448">
                  <c:v>46</c:v>
                </c:pt>
                <c:pt idx="449">
                  <c:v>73</c:v>
                </c:pt>
                <c:pt idx="450">
                  <c:v>85</c:v>
                </c:pt>
                <c:pt idx="451">
                  <c:v>92</c:v>
                </c:pt>
                <c:pt idx="452">
                  <c:v>77</c:v>
                </c:pt>
                <c:pt idx="453">
                  <c:v>58</c:v>
                </c:pt>
                <c:pt idx="454">
                  <c:v>61</c:v>
                </c:pt>
                <c:pt idx="455">
                  <c:v>56</c:v>
                </c:pt>
                <c:pt idx="456">
                  <c:v>89</c:v>
                </c:pt>
                <c:pt idx="457">
                  <c:v>54</c:v>
                </c:pt>
                <c:pt idx="458">
                  <c:v>100</c:v>
                </c:pt>
                <c:pt idx="459">
                  <c:v>65</c:v>
                </c:pt>
                <c:pt idx="460">
                  <c:v>58</c:v>
                </c:pt>
                <c:pt idx="461">
                  <c:v>54</c:v>
                </c:pt>
                <c:pt idx="462">
                  <c:v>70</c:v>
                </c:pt>
                <c:pt idx="463">
                  <c:v>90</c:v>
                </c:pt>
                <c:pt idx="464">
                  <c:v>58</c:v>
                </c:pt>
                <c:pt idx="465">
                  <c:v>87</c:v>
                </c:pt>
                <c:pt idx="466">
                  <c:v>31</c:v>
                </c:pt>
                <c:pt idx="467">
                  <c:v>67</c:v>
                </c:pt>
                <c:pt idx="468">
                  <c:v>88</c:v>
                </c:pt>
                <c:pt idx="469">
                  <c:v>74</c:v>
                </c:pt>
                <c:pt idx="470">
                  <c:v>85</c:v>
                </c:pt>
                <c:pt idx="471">
                  <c:v>69</c:v>
                </c:pt>
                <c:pt idx="472">
                  <c:v>86</c:v>
                </c:pt>
                <c:pt idx="473">
                  <c:v>67</c:v>
                </c:pt>
                <c:pt idx="474">
                  <c:v>90</c:v>
                </c:pt>
                <c:pt idx="475">
                  <c:v>76</c:v>
                </c:pt>
                <c:pt idx="476">
                  <c:v>62</c:v>
                </c:pt>
                <c:pt idx="477">
                  <c:v>68</c:v>
                </c:pt>
                <c:pt idx="478">
                  <c:v>64</c:v>
                </c:pt>
                <c:pt idx="479">
                  <c:v>71</c:v>
                </c:pt>
                <c:pt idx="480">
                  <c:v>71</c:v>
                </c:pt>
                <c:pt idx="481">
                  <c:v>59</c:v>
                </c:pt>
                <c:pt idx="482">
                  <c:v>68</c:v>
                </c:pt>
                <c:pt idx="483">
                  <c:v>52</c:v>
                </c:pt>
                <c:pt idx="484">
                  <c:v>52</c:v>
                </c:pt>
                <c:pt idx="485">
                  <c:v>74</c:v>
                </c:pt>
                <c:pt idx="486">
                  <c:v>47</c:v>
                </c:pt>
                <c:pt idx="487">
                  <c:v>75</c:v>
                </c:pt>
                <c:pt idx="488">
                  <c:v>53</c:v>
                </c:pt>
                <c:pt idx="489">
                  <c:v>82</c:v>
                </c:pt>
                <c:pt idx="490">
                  <c:v>85</c:v>
                </c:pt>
                <c:pt idx="491">
                  <c:v>64</c:v>
                </c:pt>
                <c:pt idx="492">
                  <c:v>83</c:v>
                </c:pt>
                <c:pt idx="493">
                  <c:v>88</c:v>
                </c:pt>
                <c:pt idx="494">
                  <c:v>64</c:v>
                </c:pt>
                <c:pt idx="495">
                  <c:v>64</c:v>
                </c:pt>
                <c:pt idx="496">
                  <c:v>48</c:v>
                </c:pt>
                <c:pt idx="497">
                  <c:v>78</c:v>
                </c:pt>
                <c:pt idx="498">
                  <c:v>69</c:v>
                </c:pt>
                <c:pt idx="499">
                  <c:v>71</c:v>
                </c:pt>
                <c:pt idx="500">
                  <c:v>79</c:v>
                </c:pt>
                <c:pt idx="501">
                  <c:v>87</c:v>
                </c:pt>
                <c:pt idx="502">
                  <c:v>61</c:v>
                </c:pt>
                <c:pt idx="503">
                  <c:v>89</c:v>
                </c:pt>
                <c:pt idx="504">
                  <c:v>59</c:v>
                </c:pt>
                <c:pt idx="505">
                  <c:v>82</c:v>
                </c:pt>
                <c:pt idx="506">
                  <c:v>70</c:v>
                </c:pt>
                <c:pt idx="507">
                  <c:v>59</c:v>
                </c:pt>
                <c:pt idx="508">
                  <c:v>78</c:v>
                </c:pt>
                <c:pt idx="509">
                  <c:v>92</c:v>
                </c:pt>
                <c:pt idx="510">
                  <c:v>71</c:v>
                </c:pt>
                <c:pt idx="511">
                  <c:v>50</c:v>
                </c:pt>
                <c:pt idx="512">
                  <c:v>49</c:v>
                </c:pt>
                <c:pt idx="513">
                  <c:v>61</c:v>
                </c:pt>
                <c:pt idx="514">
                  <c:v>97</c:v>
                </c:pt>
                <c:pt idx="515">
                  <c:v>87</c:v>
                </c:pt>
                <c:pt idx="516">
                  <c:v>89</c:v>
                </c:pt>
                <c:pt idx="517">
                  <c:v>74</c:v>
                </c:pt>
                <c:pt idx="518">
                  <c:v>78</c:v>
                </c:pt>
                <c:pt idx="519">
                  <c:v>78</c:v>
                </c:pt>
                <c:pt idx="520">
                  <c:v>49</c:v>
                </c:pt>
                <c:pt idx="521">
                  <c:v>86</c:v>
                </c:pt>
                <c:pt idx="522">
                  <c:v>58</c:v>
                </c:pt>
                <c:pt idx="523">
                  <c:v>59</c:v>
                </c:pt>
                <c:pt idx="524">
                  <c:v>52</c:v>
                </c:pt>
                <c:pt idx="525">
                  <c:v>60</c:v>
                </c:pt>
                <c:pt idx="526">
                  <c:v>61</c:v>
                </c:pt>
                <c:pt idx="527">
                  <c:v>53</c:v>
                </c:pt>
                <c:pt idx="528">
                  <c:v>41</c:v>
                </c:pt>
                <c:pt idx="529">
                  <c:v>74</c:v>
                </c:pt>
                <c:pt idx="530">
                  <c:v>67</c:v>
                </c:pt>
                <c:pt idx="531">
                  <c:v>54</c:v>
                </c:pt>
                <c:pt idx="532">
                  <c:v>61</c:v>
                </c:pt>
                <c:pt idx="533">
                  <c:v>88</c:v>
                </c:pt>
                <c:pt idx="534">
                  <c:v>69</c:v>
                </c:pt>
                <c:pt idx="535">
                  <c:v>83</c:v>
                </c:pt>
                <c:pt idx="536">
                  <c:v>60</c:v>
                </c:pt>
                <c:pt idx="537">
                  <c:v>66</c:v>
                </c:pt>
                <c:pt idx="538">
                  <c:v>66</c:v>
                </c:pt>
                <c:pt idx="539">
                  <c:v>92</c:v>
                </c:pt>
                <c:pt idx="540">
                  <c:v>69</c:v>
                </c:pt>
                <c:pt idx="541">
                  <c:v>82</c:v>
                </c:pt>
                <c:pt idx="542">
                  <c:v>77</c:v>
                </c:pt>
                <c:pt idx="543">
                  <c:v>95</c:v>
                </c:pt>
                <c:pt idx="544">
                  <c:v>63</c:v>
                </c:pt>
                <c:pt idx="545">
                  <c:v>83</c:v>
                </c:pt>
                <c:pt idx="546">
                  <c:v>100</c:v>
                </c:pt>
                <c:pt idx="547">
                  <c:v>67</c:v>
                </c:pt>
                <c:pt idx="548">
                  <c:v>67</c:v>
                </c:pt>
                <c:pt idx="549">
                  <c:v>72</c:v>
                </c:pt>
                <c:pt idx="550">
                  <c:v>76</c:v>
                </c:pt>
                <c:pt idx="551">
                  <c:v>90</c:v>
                </c:pt>
                <c:pt idx="552">
                  <c:v>48</c:v>
                </c:pt>
                <c:pt idx="553">
                  <c:v>62</c:v>
                </c:pt>
                <c:pt idx="554">
                  <c:v>45</c:v>
                </c:pt>
                <c:pt idx="555">
                  <c:v>39</c:v>
                </c:pt>
                <c:pt idx="556">
                  <c:v>72</c:v>
                </c:pt>
                <c:pt idx="557">
                  <c:v>67</c:v>
                </c:pt>
                <c:pt idx="558">
                  <c:v>70</c:v>
                </c:pt>
                <c:pt idx="559">
                  <c:v>66</c:v>
                </c:pt>
                <c:pt idx="560">
                  <c:v>75</c:v>
                </c:pt>
                <c:pt idx="561">
                  <c:v>74</c:v>
                </c:pt>
                <c:pt idx="562">
                  <c:v>90</c:v>
                </c:pt>
                <c:pt idx="563">
                  <c:v>80</c:v>
                </c:pt>
                <c:pt idx="564">
                  <c:v>51</c:v>
                </c:pt>
                <c:pt idx="565">
                  <c:v>43</c:v>
                </c:pt>
                <c:pt idx="566">
                  <c:v>100</c:v>
                </c:pt>
                <c:pt idx="567">
                  <c:v>71</c:v>
                </c:pt>
                <c:pt idx="568">
                  <c:v>48</c:v>
                </c:pt>
                <c:pt idx="569">
                  <c:v>68</c:v>
                </c:pt>
                <c:pt idx="570">
                  <c:v>75</c:v>
                </c:pt>
                <c:pt idx="571">
                  <c:v>96</c:v>
                </c:pt>
                <c:pt idx="572">
                  <c:v>62</c:v>
                </c:pt>
                <c:pt idx="573">
                  <c:v>66</c:v>
                </c:pt>
                <c:pt idx="574">
                  <c:v>81</c:v>
                </c:pt>
                <c:pt idx="575">
                  <c:v>55</c:v>
                </c:pt>
                <c:pt idx="576">
                  <c:v>51</c:v>
                </c:pt>
                <c:pt idx="577">
                  <c:v>91</c:v>
                </c:pt>
                <c:pt idx="578">
                  <c:v>56</c:v>
                </c:pt>
                <c:pt idx="579">
                  <c:v>61</c:v>
                </c:pt>
                <c:pt idx="580">
                  <c:v>97</c:v>
                </c:pt>
                <c:pt idx="581">
                  <c:v>79</c:v>
                </c:pt>
                <c:pt idx="582">
                  <c:v>73</c:v>
                </c:pt>
                <c:pt idx="583">
                  <c:v>75</c:v>
                </c:pt>
                <c:pt idx="584">
                  <c:v>77</c:v>
                </c:pt>
                <c:pt idx="585">
                  <c:v>76</c:v>
                </c:pt>
                <c:pt idx="586">
                  <c:v>73</c:v>
                </c:pt>
                <c:pt idx="587">
                  <c:v>63</c:v>
                </c:pt>
                <c:pt idx="588">
                  <c:v>64</c:v>
                </c:pt>
                <c:pt idx="589">
                  <c:v>66</c:v>
                </c:pt>
                <c:pt idx="590">
                  <c:v>57</c:v>
                </c:pt>
                <c:pt idx="591">
                  <c:v>62</c:v>
                </c:pt>
                <c:pt idx="592">
                  <c:v>68</c:v>
                </c:pt>
                <c:pt idx="593">
                  <c:v>76</c:v>
                </c:pt>
                <c:pt idx="594">
                  <c:v>100</c:v>
                </c:pt>
                <c:pt idx="595">
                  <c:v>79</c:v>
                </c:pt>
                <c:pt idx="596">
                  <c:v>24</c:v>
                </c:pt>
                <c:pt idx="597">
                  <c:v>54</c:v>
                </c:pt>
                <c:pt idx="598">
                  <c:v>77</c:v>
                </c:pt>
                <c:pt idx="599">
                  <c:v>82</c:v>
                </c:pt>
                <c:pt idx="600">
                  <c:v>60</c:v>
                </c:pt>
                <c:pt idx="601">
                  <c:v>29</c:v>
                </c:pt>
                <c:pt idx="602">
                  <c:v>78</c:v>
                </c:pt>
                <c:pt idx="603">
                  <c:v>57</c:v>
                </c:pt>
                <c:pt idx="604">
                  <c:v>89</c:v>
                </c:pt>
                <c:pt idx="605">
                  <c:v>72</c:v>
                </c:pt>
                <c:pt idx="606">
                  <c:v>84</c:v>
                </c:pt>
                <c:pt idx="607">
                  <c:v>58</c:v>
                </c:pt>
                <c:pt idx="608">
                  <c:v>64</c:v>
                </c:pt>
                <c:pt idx="609">
                  <c:v>63</c:v>
                </c:pt>
                <c:pt idx="610">
                  <c:v>60</c:v>
                </c:pt>
                <c:pt idx="611">
                  <c:v>59</c:v>
                </c:pt>
                <c:pt idx="612">
                  <c:v>90</c:v>
                </c:pt>
                <c:pt idx="613">
                  <c:v>77</c:v>
                </c:pt>
                <c:pt idx="614">
                  <c:v>93</c:v>
                </c:pt>
                <c:pt idx="615">
                  <c:v>68</c:v>
                </c:pt>
                <c:pt idx="616">
                  <c:v>45</c:v>
                </c:pt>
                <c:pt idx="617">
                  <c:v>78</c:v>
                </c:pt>
                <c:pt idx="618">
                  <c:v>81</c:v>
                </c:pt>
                <c:pt idx="619">
                  <c:v>73</c:v>
                </c:pt>
                <c:pt idx="620">
                  <c:v>61</c:v>
                </c:pt>
                <c:pt idx="621">
                  <c:v>63</c:v>
                </c:pt>
                <c:pt idx="622">
                  <c:v>51</c:v>
                </c:pt>
                <c:pt idx="623">
                  <c:v>96</c:v>
                </c:pt>
                <c:pt idx="624">
                  <c:v>58</c:v>
                </c:pt>
                <c:pt idx="625">
                  <c:v>97</c:v>
                </c:pt>
                <c:pt idx="626">
                  <c:v>70</c:v>
                </c:pt>
                <c:pt idx="627">
                  <c:v>48</c:v>
                </c:pt>
                <c:pt idx="628">
                  <c:v>57</c:v>
                </c:pt>
                <c:pt idx="629">
                  <c:v>51</c:v>
                </c:pt>
                <c:pt idx="630">
                  <c:v>64</c:v>
                </c:pt>
                <c:pt idx="631">
                  <c:v>60</c:v>
                </c:pt>
                <c:pt idx="632">
                  <c:v>74</c:v>
                </c:pt>
                <c:pt idx="633">
                  <c:v>88</c:v>
                </c:pt>
                <c:pt idx="634">
                  <c:v>84</c:v>
                </c:pt>
                <c:pt idx="635">
                  <c:v>74</c:v>
                </c:pt>
                <c:pt idx="636">
                  <c:v>80</c:v>
                </c:pt>
                <c:pt idx="637">
                  <c:v>92</c:v>
                </c:pt>
                <c:pt idx="638">
                  <c:v>76</c:v>
                </c:pt>
                <c:pt idx="639">
                  <c:v>74</c:v>
                </c:pt>
                <c:pt idx="640">
                  <c:v>52</c:v>
                </c:pt>
                <c:pt idx="641">
                  <c:v>88</c:v>
                </c:pt>
                <c:pt idx="642">
                  <c:v>81</c:v>
                </c:pt>
                <c:pt idx="643">
                  <c:v>79</c:v>
                </c:pt>
                <c:pt idx="644">
                  <c:v>65</c:v>
                </c:pt>
                <c:pt idx="645">
                  <c:v>81</c:v>
                </c:pt>
                <c:pt idx="646">
                  <c:v>70</c:v>
                </c:pt>
                <c:pt idx="647">
                  <c:v>62</c:v>
                </c:pt>
                <c:pt idx="648">
                  <c:v>53</c:v>
                </c:pt>
                <c:pt idx="649">
                  <c:v>79</c:v>
                </c:pt>
                <c:pt idx="650">
                  <c:v>56</c:v>
                </c:pt>
                <c:pt idx="651">
                  <c:v>80</c:v>
                </c:pt>
                <c:pt idx="652">
                  <c:v>86</c:v>
                </c:pt>
                <c:pt idx="653">
                  <c:v>70</c:v>
                </c:pt>
                <c:pt idx="654">
                  <c:v>79</c:v>
                </c:pt>
                <c:pt idx="655">
                  <c:v>67</c:v>
                </c:pt>
                <c:pt idx="656">
                  <c:v>67</c:v>
                </c:pt>
                <c:pt idx="657">
                  <c:v>66</c:v>
                </c:pt>
                <c:pt idx="658">
                  <c:v>60</c:v>
                </c:pt>
                <c:pt idx="659">
                  <c:v>87</c:v>
                </c:pt>
                <c:pt idx="660">
                  <c:v>77</c:v>
                </c:pt>
                <c:pt idx="661">
                  <c:v>66</c:v>
                </c:pt>
                <c:pt idx="662">
                  <c:v>71</c:v>
                </c:pt>
                <c:pt idx="663">
                  <c:v>69</c:v>
                </c:pt>
                <c:pt idx="664">
                  <c:v>63</c:v>
                </c:pt>
                <c:pt idx="665">
                  <c:v>60</c:v>
                </c:pt>
                <c:pt idx="666">
                  <c:v>73</c:v>
                </c:pt>
                <c:pt idx="667">
                  <c:v>85</c:v>
                </c:pt>
                <c:pt idx="668">
                  <c:v>74</c:v>
                </c:pt>
                <c:pt idx="669">
                  <c:v>72</c:v>
                </c:pt>
                <c:pt idx="670">
                  <c:v>76</c:v>
                </c:pt>
                <c:pt idx="671">
                  <c:v>57</c:v>
                </c:pt>
                <c:pt idx="672">
                  <c:v>78</c:v>
                </c:pt>
                <c:pt idx="673">
                  <c:v>84</c:v>
                </c:pt>
                <c:pt idx="674">
                  <c:v>77</c:v>
                </c:pt>
                <c:pt idx="675">
                  <c:v>64</c:v>
                </c:pt>
                <c:pt idx="676">
                  <c:v>78</c:v>
                </c:pt>
                <c:pt idx="677">
                  <c:v>82</c:v>
                </c:pt>
                <c:pt idx="678">
                  <c:v>75</c:v>
                </c:pt>
                <c:pt idx="679">
                  <c:v>61</c:v>
                </c:pt>
                <c:pt idx="680">
                  <c:v>72</c:v>
                </c:pt>
                <c:pt idx="681">
                  <c:v>68</c:v>
                </c:pt>
                <c:pt idx="682">
                  <c:v>55</c:v>
                </c:pt>
                <c:pt idx="683">
                  <c:v>40</c:v>
                </c:pt>
                <c:pt idx="684">
                  <c:v>66</c:v>
                </c:pt>
                <c:pt idx="685">
                  <c:v>99</c:v>
                </c:pt>
                <c:pt idx="686">
                  <c:v>75</c:v>
                </c:pt>
                <c:pt idx="687">
                  <c:v>78</c:v>
                </c:pt>
                <c:pt idx="688">
                  <c:v>58</c:v>
                </c:pt>
                <c:pt idx="689">
                  <c:v>90</c:v>
                </c:pt>
                <c:pt idx="690">
                  <c:v>53</c:v>
                </c:pt>
                <c:pt idx="691">
                  <c:v>76</c:v>
                </c:pt>
                <c:pt idx="692">
                  <c:v>74</c:v>
                </c:pt>
                <c:pt idx="693">
                  <c:v>77</c:v>
                </c:pt>
                <c:pt idx="694">
                  <c:v>63</c:v>
                </c:pt>
                <c:pt idx="695">
                  <c:v>89</c:v>
                </c:pt>
                <c:pt idx="696">
                  <c:v>82</c:v>
                </c:pt>
                <c:pt idx="697">
                  <c:v>72</c:v>
                </c:pt>
                <c:pt idx="698">
                  <c:v>78</c:v>
                </c:pt>
                <c:pt idx="699">
                  <c:v>66</c:v>
                </c:pt>
                <c:pt idx="700">
                  <c:v>81</c:v>
                </c:pt>
                <c:pt idx="701">
                  <c:v>67</c:v>
                </c:pt>
                <c:pt idx="702">
                  <c:v>84</c:v>
                </c:pt>
                <c:pt idx="703">
                  <c:v>64</c:v>
                </c:pt>
                <c:pt idx="704">
                  <c:v>63</c:v>
                </c:pt>
                <c:pt idx="705">
                  <c:v>72</c:v>
                </c:pt>
                <c:pt idx="706">
                  <c:v>34</c:v>
                </c:pt>
                <c:pt idx="707">
                  <c:v>59</c:v>
                </c:pt>
                <c:pt idx="708">
                  <c:v>87</c:v>
                </c:pt>
                <c:pt idx="709">
                  <c:v>61</c:v>
                </c:pt>
                <c:pt idx="710">
                  <c:v>84</c:v>
                </c:pt>
                <c:pt idx="711">
                  <c:v>85</c:v>
                </c:pt>
                <c:pt idx="712">
                  <c:v>100</c:v>
                </c:pt>
                <c:pt idx="713">
                  <c:v>81</c:v>
                </c:pt>
                <c:pt idx="714">
                  <c:v>70</c:v>
                </c:pt>
                <c:pt idx="715">
                  <c:v>94</c:v>
                </c:pt>
                <c:pt idx="716">
                  <c:v>78</c:v>
                </c:pt>
                <c:pt idx="717">
                  <c:v>96</c:v>
                </c:pt>
                <c:pt idx="718">
                  <c:v>76</c:v>
                </c:pt>
                <c:pt idx="719">
                  <c:v>73</c:v>
                </c:pt>
                <c:pt idx="720">
                  <c:v>72</c:v>
                </c:pt>
                <c:pt idx="721">
                  <c:v>59</c:v>
                </c:pt>
                <c:pt idx="722">
                  <c:v>90</c:v>
                </c:pt>
                <c:pt idx="723">
                  <c:v>48</c:v>
                </c:pt>
                <c:pt idx="724">
                  <c:v>43</c:v>
                </c:pt>
                <c:pt idx="725">
                  <c:v>74</c:v>
                </c:pt>
                <c:pt idx="726">
                  <c:v>75</c:v>
                </c:pt>
                <c:pt idx="727">
                  <c:v>51</c:v>
                </c:pt>
                <c:pt idx="728">
                  <c:v>92</c:v>
                </c:pt>
                <c:pt idx="729">
                  <c:v>39</c:v>
                </c:pt>
                <c:pt idx="730">
                  <c:v>77</c:v>
                </c:pt>
                <c:pt idx="731">
                  <c:v>46</c:v>
                </c:pt>
                <c:pt idx="732">
                  <c:v>89</c:v>
                </c:pt>
                <c:pt idx="733">
                  <c:v>47</c:v>
                </c:pt>
                <c:pt idx="734">
                  <c:v>58</c:v>
                </c:pt>
                <c:pt idx="735">
                  <c:v>57</c:v>
                </c:pt>
                <c:pt idx="736">
                  <c:v>79</c:v>
                </c:pt>
                <c:pt idx="737">
                  <c:v>66</c:v>
                </c:pt>
                <c:pt idx="738">
                  <c:v>71</c:v>
                </c:pt>
                <c:pt idx="739">
                  <c:v>60</c:v>
                </c:pt>
                <c:pt idx="740">
                  <c:v>73</c:v>
                </c:pt>
                <c:pt idx="741">
                  <c:v>57</c:v>
                </c:pt>
                <c:pt idx="742">
                  <c:v>84</c:v>
                </c:pt>
                <c:pt idx="743">
                  <c:v>73</c:v>
                </c:pt>
                <c:pt idx="744">
                  <c:v>55</c:v>
                </c:pt>
                <c:pt idx="745">
                  <c:v>79</c:v>
                </c:pt>
                <c:pt idx="746">
                  <c:v>75</c:v>
                </c:pt>
                <c:pt idx="747">
                  <c:v>64</c:v>
                </c:pt>
                <c:pt idx="748">
                  <c:v>60</c:v>
                </c:pt>
                <c:pt idx="749">
                  <c:v>84</c:v>
                </c:pt>
                <c:pt idx="750">
                  <c:v>69</c:v>
                </c:pt>
                <c:pt idx="751">
                  <c:v>72</c:v>
                </c:pt>
                <c:pt idx="752">
                  <c:v>77</c:v>
                </c:pt>
                <c:pt idx="753">
                  <c:v>90</c:v>
                </c:pt>
                <c:pt idx="754">
                  <c:v>55</c:v>
                </c:pt>
                <c:pt idx="755">
                  <c:v>95</c:v>
                </c:pt>
                <c:pt idx="756">
                  <c:v>58</c:v>
                </c:pt>
                <c:pt idx="757">
                  <c:v>68</c:v>
                </c:pt>
                <c:pt idx="758">
                  <c:v>59</c:v>
                </c:pt>
                <c:pt idx="759">
                  <c:v>77</c:v>
                </c:pt>
                <c:pt idx="760">
                  <c:v>72</c:v>
                </c:pt>
                <c:pt idx="761">
                  <c:v>58</c:v>
                </c:pt>
                <c:pt idx="762">
                  <c:v>81</c:v>
                </c:pt>
                <c:pt idx="763">
                  <c:v>62</c:v>
                </c:pt>
                <c:pt idx="764">
                  <c:v>63</c:v>
                </c:pt>
                <c:pt idx="765">
                  <c:v>72</c:v>
                </c:pt>
                <c:pt idx="766">
                  <c:v>75</c:v>
                </c:pt>
                <c:pt idx="767">
                  <c:v>62</c:v>
                </c:pt>
                <c:pt idx="768">
                  <c:v>71</c:v>
                </c:pt>
                <c:pt idx="769">
                  <c:v>60</c:v>
                </c:pt>
                <c:pt idx="770">
                  <c:v>48</c:v>
                </c:pt>
                <c:pt idx="771">
                  <c:v>73</c:v>
                </c:pt>
                <c:pt idx="772">
                  <c:v>67</c:v>
                </c:pt>
                <c:pt idx="773">
                  <c:v>78</c:v>
                </c:pt>
                <c:pt idx="774">
                  <c:v>65</c:v>
                </c:pt>
                <c:pt idx="775">
                  <c:v>58</c:v>
                </c:pt>
                <c:pt idx="776">
                  <c:v>72</c:v>
                </c:pt>
                <c:pt idx="777">
                  <c:v>44</c:v>
                </c:pt>
                <c:pt idx="778">
                  <c:v>79</c:v>
                </c:pt>
                <c:pt idx="779">
                  <c:v>85</c:v>
                </c:pt>
                <c:pt idx="780">
                  <c:v>56</c:v>
                </c:pt>
                <c:pt idx="781">
                  <c:v>90</c:v>
                </c:pt>
                <c:pt idx="782">
                  <c:v>85</c:v>
                </c:pt>
                <c:pt idx="783">
                  <c:v>59</c:v>
                </c:pt>
                <c:pt idx="784">
                  <c:v>81</c:v>
                </c:pt>
                <c:pt idx="785">
                  <c:v>51</c:v>
                </c:pt>
                <c:pt idx="786">
                  <c:v>79</c:v>
                </c:pt>
                <c:pt idx="787">
                  <c:v>38</c:v>
                </c:pt>
                <c:pt idx="788">
                  <c:v>65</c:v>
                </c:pt>
                <c:pt idx="789">
                  <c:v>65</c:v>
                </c:pt>
                <c:pt idx="790">
                  <c:v>62</c:v>
                </c:pt>
                <c:pt idx="791">
                  <c:v>66</c:v>
                </c:pt>
                <c:pt idx="792">
                  <c:v>74</c:v>
                </c:pt>
                <c:pt idx="793">
                  <c:v>84</c:v>
                </c:pt>
                <c:pt idx="794">
                  <c:v>52</c:v>
                </c:pt>
                <c:pt idx="795">
                  <c:v>68</c:v>
                </c:pt>
                <c:pt idx="796">
                  <c:v>70</c:v>
                </c:pt>
                <c:pt idx="797">
                  <c:v>84</c:v>
                </c:pt>
                <c:pt idx="798">
                  <c:v>60</c:v>
                </c:pt>
                <c:pt idx="799">
                  <c:v>55</c:v>
                </c:pt>
                <c:pt idx="800">
                  <c:v>73</c:v>
                </c:pt>
                <c:pt idx="801">
                  <c:v>80</c:v>
                </c:pt>
                <c:pt idx="802">
                  <c:v>94</c:v>
                </c:pt>
                <c:pt idx="803">
                  <c:v>85</c:v>
                </c:pt>
                <c:pt idx="804">
                  <c:v>76</c:v>
                </c:pt>
                <c:pt idx="805">
                  <c:v>81</c:v>
                </c:pt>
                <c:pt idx="806">
                  <c:v>74</c:v>
                </c:pt>
                <c:pt idx="807">
                  <c:v>45</c:v>
                </c:pt>
                <c:pt idx="808">
                  <c:v>75</c:v>
                </c:pt>
                <c:pt idx="809">
                  <c:v>54</c:v>
                </c:pt>
                <c:pt idx="810">
                  <c:v>31</c:v>
                </c:pt>
                <c:pt idx="811">
                  <c:v>47</c:v>
                </c:pt>
                <c:pt idx="812">
                  <c:v>64</c:v>
                </c:pt>
                <c:pt idx="813">
                  <c:v>84</c:v>
                </c:pt>
                <c:pt idx="814">
                  <c:v>80</c:v>
                </c:pt>
                <c:pt idx="815">
                  <c:v>86</c:v>
                </c:pt>
                <c:pt idx="816">
                  <c:v>59</c:v>
                </c:pt>
                <c:pt idx="817">
                  <c:v>70</c:v>
                </c:pt>
                <c:pt idx="818">
                  <c:v>72</c:v>
                </c:pt>
                <c:pt idx="819">
                  <c:v>91</c:v>
                </c:pt>
                <c:pt idx="820">
                  <c:v>90</c:v>
                </c:pt>
                <c:pt idx="821">
                  <c:v>90</c:v>
                </c:pt>
                <c:pt idx="822">
                  <c:v>52</c:v>
                </c:pt>
                <c:pt idx="823">
                  <c:v>87</c:v>
                </c:pt>
                <c:pt idx="824">
                  <c:v>58</c:v>
                </c:pt>
                <c:pt idx="825">
                  <c:v>67</c:v>
                </c:pt>
                <c:pt idx="826">
                  <c:v>68</c:v>
                </c:pt>
                <c:pt idx="827">
                  <c:v>69</c:v>
                </c:pt>
                <c:pt idx="828">
                  <c:v>86</c:v>
                </c:pt>
                <c:pt idx="829">
                  <c:v>54</c:v>
                </c:pt>
                <c:pt idx="830">
                  <c:v>60</c:v>
                </c:pt>
                <c:pt idx="831">
                  <c:v>86</c:v>
                </c:pt>
                <c:pt idx="832">
                  <c:v>60</c:v>
                </c:pt>
                <c:pt idx="833">
                  <c:v>82</c:v>
                </c:pt>
                <c:pt idx="834">
                  <c:v>50</c:v>
                </c:pt>
                <c:pt idx="835">
                  <c:v>64</c:v>
                </c:pt>
                <c:pt idx="836">
                  <c:v>64</c:v>
                </c:pt>
                <c:pt idx="837">
                  <c:v>82</c:v>
                </c:pt>
                <c:pt idx="838">
                  <c:v>57</c:v>
                </c:pt>
                <c:pt idx="839">
                  <c:v>77</c:v>
                </c:pt>
                <c:pt idx="840">
                  <c:v>52</c:v>
                </c:pt>
                <c:pt idx="841">
                  <c:v>58</c:v>
                </c:pt>
                <c:pt idx="842">
                  <c:v>44</c:v>
                </c:pt>
                <c:pt idx="843">
                  <c:v>77</c:v>
                </c:pt>
                <c:pt idx="844">
                  <c:v>65</c:v>
                </c:pt>
                <c:pt idx="845">
                  <c:v>85</c:v>
                </c:pt>
                <c:pt idx="846">
                  <c:v>85</c:v>
                </c:pt>
                <c:pt idx="847">
                  <c:v>54</c:v>
                </c:pt>
                <c:pt idx="848">
                  <c:v>72</c:v>
                </c:pt>
                <c:pt idx="849">
                  <c:v>75</c:v>
                </c:pt>
                <c:pt idx="850">
                  <c:v>67</c:v>
                </c:pt>
                <c:pt idx="851">
                  <c:v>68</c:v>
                </c:pt>
                <c:pt idx="852">
                  <c:v>85</c:v>
                </c:pt>
                <c:pt idx="853">
                  <c:v>67</c:v>
                </c:pt>
                <c:pt idx="854">
                  <c:v>64</c:v>
                </c:pt>
                <c:pt idx="855">
                  <c:v>97</c:v>
                </c:pt>
                <c:pt idx="856">
                  <c:v>68</c:v>
                </c:pt>
                <c:pt idx="857">
                  <c:v>79</c:v>
                </c:pt>
                <c:pt idx="858">
                  <c:v>49</c:v>
                </c:pt>
                <c:pt idx="859">
                  <c:v>73</c:v>
                </c:pt>
                <c:pt idx="860">
                  <c:v>62</c:v>
                </c:pt>
                <c:pt idx="861">
                  <c:v>86</c:v>
                </c:pt>
                <c:pt idx="862">
                  <c:v>42</c:v>
                </c:pt>
                <c:pt idx="863">
                  <c:v>71</c:v>
                </c:pt>
                <c:pt idx="864">
                  <c:v>93</c:v>
                </c:pt>
                <c:pt idx="865">
                  <c:v>82</c:v>
                </c:pt>
                <c:pt idx="866">
                  <c:v>53</c:v>
                </c:pt>
                <c:pt idx="867">
                  <c:v>42</c:v>
                </c:pt>
                <c:pt idx="868">
                  <c:v>74</c:v>
                </c:pt>
                <c:pt idx="869">
                  <c:v>51</c:v>
                </c:pt>
                <c:pt idx="870">
                  <c:v>58</c:v>
                </c:pt>
                <c:pt idx="871">
                  <c:v>72</c:v>
                </c:pt>
                <c:pt idx="872">
                  <c:v>84</c:v>
                </c:pt>
                <c:pt idx="873">
                  <c:v>90</c:v>
                </c:pt>
                <c:pt idx="874">
                  <c:v>62</c:v>
                </c:pt>
                <c:pt idx="875">
                  <c:v>64</c:v>
                </c:pt>
                <c:pt idx="876">
                  <c:v>82</c:v>
                </c:pt>
                <c:pt idx="877">
                  <c:v>61</c:v>
                </c:pt>
                <c:pt idx="878">
                  <c:v>72</c:v>
                </c:pt>
                <c:pt idx="879">
                  <c:v>76</c:v>
                </c:pt>
                <c:pt idx="880">
                  <c:v>64</c:v>
                </c:pt>
                <c:pt idx="881">
                  <c:v>70</c:v>
                </c:pt>
                <c:pt idx="882">
                  <c:v>73</c:v>
                </c:pt>
                <c:pt idx="883">
                  <c:v>46</c:v>
                </c:pt>
                <c:pt idx="884">
                  <c:v>51</c:v>
                </c:pt>
                <c:pt idx="885">
                  <c:v>76</c:v>
                </c:pt>
                <c:pt idx="886">
                  <c:v>100</c:v>
                </c:pt>
                <c:pt idx="887">
                  <c:v>72</c:v>
                </c:pt>
                <c:pt idx="888">
                  <c:v>65</c:v>
                </c:pt>
                <c:pt idx="889">
                  <c:v>51</c:v>
                </c:pt>
                <c:pt idx="890">
                  <c:v>85</c:v>
                </c:pt>
                <c:pt idx="891">
                  <c:v>92</c:v>
                </c:pt>
                <c:pt idx="892">
                  <c:v>67</c:v>
                </c:pt>
                <c:pt idx="893">
                  <c:v>74</c:v>
                </c:pt>
                <c:pt idx="894">
                  <c:v>62</c:v>
                </c:pt>
                <c:pt idx="895">
                  <c:v>34</c:v>
                </c:pt>
                <c:pt idx="896">
                  <c:v>29</c:v>
                </c:pt>
                <c:pt idx="897">
                  <c:v>78</c:v>
                </c:pt>
                <c:pt idx="898">
                  <c:v>54</c:v>
                </c:pt>
                <c:pt idx="899">
                  <c:v>78</c:v>
                </c:pt>
                <c:pt idx="900">
                  <c:v>84</c:v>
                </c:pt>
                <c:pt idx="901">
                  <c:v>78</c:v>
                </c:pt>
                <c:pt idx="902">
                  <c:v>48</c:v>
                </c:pt>
                <c:pt idx="903">
                  <c:v>100</c:v>
                </c:pt>
                <c:pt idx="904">
                  <c:v>84</c:v>
                </c:pt>
                <c:pt idx="905">
                  <c:v>77</c:v>
                </c:pt>
                <c:pt idx="906">
                  <c:v>48</c:v>
                </c:pt>
                <c:pt idx="907">
                  <c:v>84</c:v>
                </c:pt>
                <c:pt idx="908">
                  <c:v>75</c:v>
                </c:pt>
                <c:pt idx="909">
                  <c:v>64</c:v>
                </c:pt>
                <c:pt idx="910">
                  <c:v>42</c:v>
                </c:pt>
                <c:pt idx="911">
                  <c:v>84</c:v>
                </c:pt>
                <c:pt idx="912">
                  <c:v>61</c:v>
                </c:pt>
                <c:pt idx="913">
                  <c:v>62</c:v>
                </c:pt>
                <c:pt idx="914">
                  <c:v>61</c:v>
                </c:pt>
                <c:pt idx="915">
                  <c:v>70</c:v>
                </c:pt>
                <c:pt idx="916">
                  <c:v>100</c:v>
                </c:pt>
                <c:pt idx="917">
                  <c:v>61</c:v>
                </c:pt>
                <c:pt idx="918">
                  <c:v>77</c:v>
                </c:pt>
                <c:pt idx="919">
                  <c:v>96</c:v>
                </c:pt>
                <c:pt idx="920">
                  <c:v>70</c:v>
                </c:pt>
                <c:pt idx="921">
                  <c:v>53</c:v>
                </c:pt>
                <c:pt idx="922">
                  <c:v>66</c:v>
                </c:pt>
                <c:pt idx="923">
                  <c:v>65</c:v>
                </c:pt>
                <c:pt idx="924">
                  <c:v>70</c:v>
                </c:pt>
                <c:pt idx="925">
                  <c:v>64</c:v>
                </c:pt>
                <c:pt idx="926">
                  <c:v>56</c:v>
                </c:pt>
                <c:pt idx="927">
                  <c:v>61</c:v>
                </c:pt>
                <c:pt idx="928">
                  <c:v>43</c:v>
                </c:pt>
                <c:pt idx="929">
                  <c:v>56</c:v>
                </c:pt>
                <c:pt idx="930">
                  <c:v>74</c:v>
                </c:pt>
                <c:pt idx="931">
                  <c:v>57</c:v>
                </c:pt>
                <c:pt idx="932">
                  <c:v>71</c:v>
                </c:pt>
                <c:pt idx="933">
                  <c:v>75</c:v>
                </c:pt>
                <c:pt idx="934">
                  <c:v>87</c:v>
                </c:pt>
                <c:pt idx="935">
                  <c:v>63</c:v>
                </c:pt>
                <c:pt idx="936">
                  <c:v>57</c:v>
                </c:pt>
                <c:pt idx="937">
                  <c:v>58</c:v>
                </c:pt>
                <c:pt idx="938">
                  <c:v>81</c:v>
                </c:pt>
                <c:pt idx="939">
                  <c:v>68</c:v>
                </c:pt>
                <c:pt idx="940">
                  <c:v>66</c:v>
                </c:pt>
                <c:pt idx="941">
                  <c:v>91</c:v>
                </c:pt>
                <c:pt idx="942">
                  <c:v>66</c:v>
                </c:pt>
                <c:pt idx="943">
                  <c:v>62</c:v>
                </c:pt>
                <c:pt idx="944">
                  <c:v>68</c:v>
                </c:pt>
                <c:pt idx="945">
                  <c:v>61</c:v>
                </c:pt>
                <c:pt idx="946">
                  <c:v>82</c:v>
                </c:pt>
                <c:pt idx="947">
                  <c:v>58</c:v>
                </c:pt>
                <c:pt idx="948">
                  <c:v>50</c:v>
                </c:pt>
                <c:pt idx="949">
                  <c:v>75</c:v>
                </c:pt>
                <c:pt idx="950">
                  <c:v>73</c:v>
                </c:pt>
                <c:pt idx="951">
                  <c:v>77</c:v>
                </c:pt>
                <c:pt idx="952">
                  <c:v>74</c:v>
                </c:pt>
                <c:pt idx="953">
                  <c:v>52</c:v>
                </c:pt>
                <c:pt idx="954">
                  <c:v>69</c:v>
                </c:pt>
                <c:pt idx="955">
                  <c:v>57</c:v>
                </c:pt>
                <c:pt idx="956">
                  <c:v>87</c:v>
                </c:pt>
                <c:pt idx="957">
                  <c:v>100</c:v>
                </c:pt>
                <c:pt idx="958">
                  <c:v>63</c:v>
                </c:pt>
                <c:pt idx="959">
                  <c:v>81</c:v>
                </c:pt>
                <c:pt idx="960">
                  <c:v>58</c:v>
                </c:pt>
                <c:pt idx="961">
                  <c:v>54</c:v>
                </c:pt>
                <c:pt idx="962">
                  <c:v>100</c:v>
                </c:pt>
                <c:pt idx="963">
                  <c:v>76</c:v>
                </c:pt>
                <c:pt idx="964">
                  <c:v>57</c:v>
                </c:pt>
                <c:pt idx="965">
                  <c:v>70</c:v>
                </c:pt>
                <c:pt idx="966">
                  <c:v>68</c:v>
                </c:pt>
                <c:pt idx="967">
                  <c:v>63</c:v>
                </c:pt>
                <c:pt idx="968">
                  <c:v>76</c:v>
                </c:pt>
                <c:pt idx="969">
                  <c:v>84</c:v>
                </c:pt>
                <c:pt idx="970">
                  <c:v>100</c:v>
                </c:pt>
                <c:pt idx="971">
                  <c:v>72</c:v>
                </c:pt>
                <c:pt idx="972">
                  <c:v>50</c:v>
                </c:pt>
                <c:pt idx="973">
                  <c:v>65</c:v>
                </c:pt>
                <c:pt idx="974">
                  <c:v>63</c:v>
                </c:pt>
                <c:pt idx="975">
                  <c:v>82</c:v>
                </c:pt>
                <c:pt idx="976">
                  <c:v>62</c:v>
                </c:pt>
                <c:pt idx="977">
                  <c:v>65</c:v>
                </c:pt>
                <c:pt idx="978">
                  <c:v>41</c:v>
                </c:pt>
                <c:pt idx="979">
                  <c:v>95</c:v>
                </c:pt>
                <c:pt idx="980">
                  <c:v>24</c:v>
                </c:pt>
                <c:pt idx="981">
                  <c:v>78</c:v>
                </c:pt>
                <c:pt idx="982">
                  <c:v>85</c:v>
                </c:pt>
                <c:pt idx="983">
                  <c:v>87</c:v>
                </c:pt>
                <c:pt idx="984">
                  <c:v>75</c:v>
                </c:pt>
                <c:pt idx="985">
                  <c:v>51</c:v>
                </c:pt>
                <c:pt idx="986">
                  <c:v>59</c:v>
                </c:pt>
                <c:pt idx="987">
                  <c:v>75</c:v>
                </c:pt>
                <c:pt idx="988">
                  <c:v>45</c:v>
                </c:pt>
                <c:pt idx="989">
                  <c:v>86</c:v>
                </c:pt>
                <c:pt idx="990">
                  <c:v>81</c:v>
                </c:pt>
                <c:pt idx="991">
                  <c:v>82</c:v>
                </c:pt>
                <c:pt idx="992">
                  <c:v>76</c:v>
                </c:pt>
                <c:pt idx="993">
                  <c:v>72</c:v>
                </c:pt>
                <c:pt idx="994">
                  <c:v>63</c:v>
                </c:pt>
                <c:pt idx="995">
                  <c:v>99</c:v>
                </c:pt>
                <c:pt idx="996">
                  <c:v>55</c:v>
                </c:pt>
                <c:pt idx="997">
                  <c:v>71</c:v>
                </c:pt>
                <c:pt idx="998">
                  <c:v>78</c:v>
                </c:pt>
                <c:pt idx="999">
                  <c:v>86</c:v>
                </c:pt>
              </c:numCache>
            </c:numRef>
          </c:xVal>
          <c:yVal>
            <c:numRef>
              <c:f>Sheet4!$B$2:$B$1001</c:f>
              <c:numCache>
                <c:formatCode>General</c:formatCode>
                <c:ptCount val="1000"/>
                <c:pt idx="0">
                  <c:v>74</c:v>
                </c:pt>
                <c:pt idx="1">
                  <c:v>88</c:v>
                </c:pt>
                <c:pt idx="2">
                  <c:v>93</c:v>
                </c:pt>
                <c:pt idx="3">
                  <c:v>44</c:v>
                </c:pt>
                <c:pt idx="4">
                  <c:v>75</c:v>
                </c:pt>
                <c:pt idx="5">
                  <c:v>78</c:v>
                </c:pt>
                <c:pt idx="6">
                  <c:v>92</c:v>
                </c:pt>
                <c:pt idx="7">
                  <c:v>39</c:v>
                </c:pt>
                <c:pt idx="8">
                  <c:v>67</c:v>
                </c:pt>
                <c:pt idx="9">
                  <c:v>50</c:v>
                </c:pt>
                <c:pt idx="10">
                  <c:v>52</c:v>
                </c:pt>
                <c:pt idx="11">
                  <c:v>43</c:v>
                </c:pt>
                <c:pt idx="12">
                  <c:v>73</c:v>
                </c:pt>
                <c:pt idx="13">
                  <c:v>70</c:v>
                </c:pt>
                <c:pt idx="14">
                  <c:v>58</c:v>
                </c:pt>
                <c:pt idx="15">
                  <c:v>78</c:v>
                </c:pt>
                <c:pt idx="16">
                  <c:v>86</c:v>
                </c:pt>
                <c:pt idx="17">
                  <c:v>28</c:v>
                </c:pt>
                <c:pt idx="18">
                  <c:v>46</c:v>
                </c:pt>
                <c:pt idx="19">
                  <c:v>61</c:v>
                </c:pt>
                <c:pt idx="20">
                  <c:v>63</c:v>
                </c:pt>
                <c:pt idx="21">
                  <c:v>70</c:v>
                </c:pt>
                <c:pt idx="22">
                  <c:v>53</c:v>
                </c:pt>
                <c:pt idx="23">
                  <c:v>73</c:v>
                </c:pt>
                <c:pt idx="24">
                  <c:v>80</c:v>
                </c:pt>
                <c:pt idx="25">
                  <c:v>72</c:v>
                </c:pt>
                <c:pt idx="26">
                  <c:v>55</c:v>
                </c:pt>
                <c:pt idx="27">
                  <c:v>75</c:v>
                </c:pt>
                <c:pt idx="28">
                  <c:v>65</c:v>
                </c:pt>
                <c:pt idx="29">
                  <c:v>75</c:v>
                </c:pt>
                <c:pt idx="30">
                  <c:v>74</c:v>
                </c:pt>
                <c:pt idx="31">
                  <c:v>61</c:v>
                </c:pt>
                <c:pt idx="32">
                  <c:v>65</c:v>
                </c:pt>
                <c:pt idx="33">
                  <c:v>38</c:v>
                </c:pt>
                <c:pt idx="34">
                  <c:v>82</c:v>
                </c:pt>
                <c:pt idx="35">
                  <c:v>79</c:v>
                </c:pt>
                <c:pt idx="36">
                  <c:v>83</c:v>
                </c:pt>
                <c:pt idx="37">
                  <c:v>59</c:v>
                </c:pt>
                <c:pt idx="38">
                  <c:v>88</c:v>
                </c:pt>
                <c:pt idx="39">
                  <c:v>57</c:v>
                </c:pt>
                <c:pt idx="40">
                  <c:v>54</c:v>
                </c:pt>
                <c:pt idx="41">
                  <c:v>68</c:v>
                </c:pt>
                <c:pt idx="42">
                  <c:v>65</c:v>
                </c:pt>
                <c:pt idx="43">
                  <c:v>66</c:v>
                </c:pt>
                <c:pt idx="44">
                  <c:v>54</c:v>
                </c:pt>
                <c:pt idx="45">
                  <c:v>57</c:v>
                </c:pt>
                <c:pt idx="46">
                  <c:v>62</c:v>
                </c:pt>
                <c:pt idx="47">
                  <c:v>76</c:v>
                </c:pt>
                <c:pt idx="48">
                  <c:v>76</c:v>
                </c:pt>
                <c:pt idx="49">
                  <c:v>82</c:v>
                </c:pt>
                <c:pt idx="50">
                  <c:v>48</c:v>
                </c:pt>
                <c:pt idx="51">
                  <c:v>68</c:v>
                </c:pt>
                <c:pt idx="52">
                  <c:v>42</c:v>
                </c:pt>
                <c:pt idx="53">
                  <c:v>75</c:v>
                </c:pt>
                <c:pt idx="54">
                  <c:v>87</c:v>
                </c:pt>
                <c:pt idx="55">
                  <c:v>43</c:v>
                </c:pt>
                <c:pt idx="56">
                  <c:v>86</c:v>
                </c:pt>
                <c:pt idx="57">
                  <c:v>49</c:v>
                </c:pt>
                <c:pt idx="58">
                  <c:v>58</c:v>
                </c:pt>
                <c:pt idx="59">
                  <c:v>10</c:v>
                </c:pt>
                <c:pt idx="60">
                  <c:v>72</c:v>
                </c:pt>
                <c:pt idx="61">
                  <c:v>34</c:v>
                </c:pt>
                <c:pt idx="62">
                  <c:v>55</c:v>
                </c:pt>
                <c:pt idx="63">
                  <c:v>71</c:v>
                </c:pt>
                <c:pt idx="64">
                  <c:v>59</c:v>
                </c:pt>
                <c:pt idx="65">
                  <c:v>61</c:v>
                </c:pt>
                <c:pt idx="66">
                  <c:v>37</c:v>
                </c:pt>
                <c:pt idx="67">
                  <c:v>74</c:v>
                </c:pt>
                <c:pt idx="68">
                  <c:v>56</c:v>
                </c:pt>
                <c:pt idx="69">
                  <c:v>57</c:v>
                </c:pt>
                <c:pt idx="70">
                  <c:v>73</c:v>
                </c:pt>
                <c:pt idx="71">
                  <c:v>63</c:v>
                </c:pt>
                <c:pt idx="72">
                  <c:v>48</c:v>
                </c:pt>
                <c:pt idx="73">
                  <c:v>56</c:v>
                </c:pt>
                <c:pt idx="74">
                  <c:v>41</c:v>
                </c:pt>
                <c:pt idx="75">
                  <c:v>38</c:v>
                </c:pt>
                <c:pt idx="76">
                  <c:v>22</c:v>
                </c:pt>
                <c:pt idx="77">
                  <c:v>81</c:v>
                </c:pt>
                <c:pt idx="78">
                  <c:v>72</c:v>
                </c:pt>
                <c:pt idx="79">
                  <c:v>68</c:v>
                </c:pt>
                <c:pt idx="80">
                  <c:v>50</c:v>
                </c:pt>
                <c:pt idx="81">
                  <c:v>45</c:v>
                </c:pt>
                <c:pt idx="82">
                  <c:v>54</c:v>
                </c:pt>
                <c:pt idx="83">
                  <c:v>63</c:v>
                </c:pt>
                <c:pt idx="84">
                  <c:v>34</c:v>
                </c:pt>
                <c:pt idx="85">
                  <c:v>82</c:v>
                </c:pt>
                <c:pt idx="86">
                  <c:v>88</c:v>
                </c:pt>
                <c:pt idx="87">
                  <c:v>74</c:v>
                </c:pt>
                <c:pt idx="88">
                  <c:v>67</c:v>
                </c:pt>
                <c:pt idx="89">
                  <c:v>82</c:v>
                </c:pt>
                <c:pt idx="90">
                  <c:v>74</c:v>
                </c:pt>
                <c:pt idx="91">
                  <c:v>36</c:v>
                </c:pt>
                <c:pt idx="92">
                  <c:v>71</c:v>
                </c:pt>
                <c:pt idx="93">
                  <c:v>50</c:v>
                </c:pt>
                <c:pt idx="94">
                  <c:v>92</c:v>
                </c:pt>
                <c:pt idx="95">
                  <c:v>82</c:v>
                </c:pt>
                <c:pt idx="96">
                  <c:v>62</c:v>
                </c:pt>
                <c:pt idx="97">
                  <c:v>70</c:v>
                </c:pt>
                <c:pt idx="98">
                  <c:v>62</c:v>
                </c:pt>
                <c:pt idx="99">
                  <c:v>62</c:v>
                </c:pt>
                <c:pt idx="100">
                  <c:v>67</c:v>
                </c:pt>
                <c:pt idx="101">
                  <c:v>74</c:v>
                </c:pt>
                <c:pt idx="102">
                  <c:v>89</c:v>
                </c:pt>
                <c:pt idx="103">
                  <c:v>47</c:v>
                </c:pt>
                <c:pt idx="104">
                  <c:v>90</c:v>
                </c:pt>
                <c:pt idx="105">
                  <c:v>72</c:v>
                </c:pt>
                <c:pt idx="106">
                  <c:v>100</c:v>
                </c:pt>
                <c:pt idx="107">
                  <c:v>64</c:v>
                </c:pt>
                <c:pt idx="108">
                  <c:v>70</c:v>
                </c:pt>
                <c:pt idx="109">
                  <c:v>72</c:v>
                </c:pt>
                <c:pt idx="110">
                  <c:v>98</c:v>
                </c:pt>
                <c:pt idx="111">
                  <c:v>49</c:v>
                </c:pt>
                <c:pt idx="112">
                  <c:v>47</c:v>
                </c:pt>
                <c:pt idx="113">
                  <c:v>54</c:v>
                </c:pt>
                <c:pt idx="114">
                  <c:v>100</c:v>
                </c:pt>
                <c:pt idx="115">
                  <c:v>74</c:v>
                </c:pt>
                <c:pt idx="116">
                  <c:v>82</c:v>
                </c:pt>
                <c:pt idx="117">
                  <c:v>79</c:v>
                </c:pt>
                <c:pt idx="118">
                  <c:v>61</c:v>
                </c:pt>
                <c:pt idx="119">
                  <c:v>65</c:v>
                </c:pt>
                <c:pt idx="120">
                  <c:v>89</c:v>
                </c:pt>
                <c:pt idx="121">
                  <c:v>92</c:v>
                </c:pt>
                <c:pt idx="122">
                  <c:v>93</c:v>
                </c:pt>
                <c:pt idx="123">
                  <c:v>56</c:v>
                </c:pt>
                <c:pt idx="124">
                  <c:v>73</c:v>
                </c:pt>
                <c:pt idx="125">
                  <c:v>86</c:v>
                </c:pt>
                <c:pt idx="126">
                  <c:v>67</c:v>
                </c:pt>
                <c:pt idx="127">
                  <c:v>74</c:v>
                </c:pt>
                <c:pt idx="128">
                  <c:v>74</c:v>
                </c:pt>
                <c:pt idx="129">
                  <c:v>51</c:v>
                </c:pt>
                <c:pt idx="130">
                  <c:v>82</c:v>
                </c:pt>
                <c:pt idx="131">
                  <c:v>40</c:v>
                </c:pt>
                <c:pt idx="132">
                  <c:v>70</c:v>
                </c:pt>
                <c:pt idx="133">
                  <c:v>84</c:v>
                </c:pt>
                <c:pt idx="134">
                  <c:v>75</c:v>
                </c:pt>
                <c:pt idx="135">
                  <c:v>48</c:v>
                </c:pt>
                <c:pt idx="136">
                  <c:v>41</c:v>
                </c:pt>
                <c:pt idx="137">
                  <c:v>56</c:v>
                </c:pt>
                <c:pt idx="138">
                  <c:v>67</c:v>
                </c:pt>
                <c:pt idx="139">
                  <c:v>69</c:v>
                </c:pt>
                <c:pt idx="140">
                  <c:v>71</c:v>
                </c:pt>
                <c:pt idx="141">
                  <c:v>64</c:v>
                </c:pt>
                <c:pt idx="142">
                  <c:v>54</c:v>
                </c:pt>
                <c:pt idx="143">
                  <c:v>47</c:v>
                </c:pt>
                <c:pt idx="144">
                  <c:v>78</c:v>
                </c:pt>
                <c:pt idx="145">
                  <c:v>33</c:v>
                </c:pt>
                <c:pt idx="146">
                  <c:v>75</c:v>
                </c:pt>
                <c:pt idx="147">
                  <c:v>66</c:v>
                </c:pt>
                <c:pt idx="148">
                  <c:v>81</c:v>
                </c:pt>
                <c:pt idx="149">
                  <c:v>93</c:v>
                </c:pt>
                <c:pt idx="150">
                  <c:v>69</c:v>
                </c:pt>
                <c:pt idx="151">
                  <c:v>68</c:v>
                </c:pt>
                <c:pt idx="152">
                  <c:v>66</c:v>
                </c:pt>
                <c:pt idx="153">
                  <c:v>47</c:v>
                </c:pt>
                <c:pt idx="154">
                  <c:v>61</c:v>
                </c:pt>
                <c:pt idx="155">
                  <c:v>88</c:v>
                </c:pt>
                <c:pt idx="156">
                  <c:v>78</c:v>
                </c:pt>
                <c:pt idx="157">
                  <c:v>60</c:v>
                </c:pt>
                <c:pt idx="158">
                  <c:v>87</c:v>
                </c:pt>
                <c:pt idx="159">
                  <c:v>64</c:v>
                </c:pt>
                <c:pt idx="160">
                  <c:v>74</c:v>
                </c:pt>
                <c:pt idx="161">
                  <c:v>85</c:v>
                </c:pt>
                <c:pt idx="162">
                  <c:v>52</c:v>
                </c:pt>
                <c:pt idx="163">
                  <c:v>49</c:v>
                </c:pt>
                <c:pt idx="164">
                  <c:v>91</c:v>
                </c:pt>
                <c:pt idx="165">
                  <c:v>100</c:v>
                </c:pt>
                <c:pt idx="166">
                  <c:v>51</c:v>
                </c:pt>
                <c:pt idx="167">
                  <c:v>78</c:v>
                </c:pt>
                <c:pt idx="168">
                  <c:v>78</c:v>
                </c:pt>
                <c:pt idx="169">
                  <c:v>70</c:v>
                </c:pt>
                <c:pt idx="170">
                  <c:v>74</c:v>
                </c:pt>
                <c:pt idx="171">
                  <c:v>78</c:v>
                </c:pt>
                <c:pt idx="172">
                  <c:v>81</c:v>
                </c:pt>
                <c:pt idx="173">
                  <c:v>70</c:v>
                </c:pt>
                <c:pt idx="174">
                  <c:v>54</c:v>
                </c:pt>
                <c:pt idx="175">
                  <c:v>87</c:v>
                </c:pt>
                <c:pt idx="176">
                  <c:v>58</c:v>
                </c:pt>
                <c:pt idx="177">
                  <c:v>77</c:v>
                </c:pt>
                <c:pt idx="178">
                  <c:v>62</c:v>
                </c:pt>
                <c:pt idx="179">
                  <c:v>100</c:v>
                </c:pt>
                <c:pt idx="180">
                  <c:v>75</c:v>
                </c:pt>
                <c:pt idx="181">
                  <c:v>66</c:v>
                </c:pt>
                <c:pt idx="182">
                  <c:v>47</c:v>
                </c:pt>
                <c:pt idx="183">
                  <c:v>70</c:v>
                </c:pt>
                <c:pt idx="184">
                  <c:v>49</c:v>
                </c:pt>
                <c:pt idx="185">
                  <c:v>65</c:v>
                </c:pt>
                <c:pt idx="186">
                  <c:v>65</c:v>
                </c:pt>
                <c:pt idx="187">
                  <c:v>68</c:v>
                </c:pt>
                <c:pt idx="188">
                  <c:v>45</c:v>
                </c:pt>
                <c:pt idx="189">
                  <c:v>87</c:v>
                </c:pt>
                <c:pt idx="190">
                  <c:v>69</c:v>
                </c:pt>
                <c:pt idx="191">
                  <c:v>79</c:v>
                </c:pt>
                <c:pt idx="192">
                  <c:v>66</c:v>
                </c:pt>
                <c:pt idx="193">
                  <c:v>62</c:v>
                </c:pt>
                <c:pt idx="194">
                  <c:v>85</c:v>
                </c:pt>
                <c:pt idx="195">
                  <c:v>52</c:v>
                </c:pt>
                <c:pt idx="196">
                  <c:v>65</c:v>
                </c:pt>
                <c:pt idx="197">
                  <c:v>51</c:v>
                </c:pt>
                <c:pt idx="198">
                  <c:v>55</c:v>
                </c:pt>
                <c:pt idx="199">
                  <c:v>76</c:v>
                </c:pt>
                <c:pt idx="200">
                  <c:v>86</c:v>
                </c:pt>
                <c:pt idx="201">
                  <c:v>77</c:v>
                </c:pt>
                <c:pt idx="202">
                  <c:v>69</c:v>
                </c:pt>
                <c:pt idx="203">
                  <c:v>68</c:v>
                </c:pt>
                <c:pt idx="204">
                  <c:v>42</c:v>
                </c:pt>
                <c:pt idx="205">
                  <c:v>78</c:v>
                </c:pt>
                <c:pt idx="206">
                  <c:v>62</c:v>
                </c:pt>
                <c:pt idx="207">
                  <c:v>76</c:v>
                </c:pt>
                <c:pt idx="208">
                  <c:v>76</c:v>
                </c:pt>
                <c:pt idx="209">
                  <c:v>66</c:v>
                </c:pt>
                <c:pt idx="210">
                  <c:v>79</c:v>
                </c:pt>
                <c:pt idx="211">
                  <c:v>27</c:v>
                </c:pt>
                <c:pt idx="212">
                  <c:v>60</c:v>
                </c:pt>
                <c:pt idx="213">
                  <c:v>56</c:v>
                </c:pt>
                <c:pt idx="214">
                  <c:v>81</c:v>
                </c:pt>
                <c:pt idx="215">
                  <c:v>75</c:v>
                </c:pt>
                <c:pt idx="216">
                  <c:v>88</c:v>
                </c:pt>
                <c:pt idx="217">
                  <c:v>39</c:v>
                </c:pt>
                <c:pt idx="218">
                  <c:v>70</c:v>
                </c:pt>
                <c:pt idx="219">
                  <c:v>56</c:v>
                </c:pt>
                <c:pt idx="220">
                  <c:v>74</c:v>
                </c:pt>
                <c:pt idx="221">
                  <c:v>73</c:v>
                </c:pt>
                <c:pt idx="222">
                  <c:v>62</c:v>
                </c:pt>
                <c:pt idx="223">
                  <c:v>75</c:v>
                </c:pt>
                <c:pt idx="224">
                  <c:v>73</c:v>
                </c:pt>
                <c:pt idx="225">
                  <c:v>54</c:v>
                </c:pt>
                <c:pt idx="226">
                  <c:v>71</c:v>
                </c:pt>
                <c:pt idx="227">
                  <c:v>54</c:v>
                </c:pt>
                <c:pt idx="228">
                  <c:v>64</c:v>
                </c:pt>
                <c:pt idx="229">
                  <c:v>94</c:v>
                </c:pt>
                <c:pt idx="230">
                  <c:v>66</c:v>
                </c:pt>
                <c:pt idx="231">
                  <c:v>42</c:v>
                </c:pt>
                <c:pt idx="232">
                  <c:v>83</c:v>
                </c:pt>
                <c:pt idx="233">
                  <c:v>78</c:v>
                </c:pt>
                <c:pt idx="234">
                  <c:v>84</c:v>
                </c:pt>
                <c:pt idx="235">
                  <c:v>77</c:v>
                </c:pt>
                <c:pt idx="236">
                  <c:v>67</c:v>
                </c:pt>
                <c:pt idx="237">
                  <c:v>74</c:v>
                </c:pt>
                <c:pt idx="238">
                  <c:v>51</c:v>
                </c:pt>
                <c:pt idx="239">
                  <c:v>80</c:v>
                </c:pt>
                <c:pt idx="240">
                  <c:v>66</c:v>
                </c:pt>
                <c:pt idx="241">
                  <c:v>83</c:v>
                </c:pt>
                <c:pt idx="242">
                  <c:v>55</c:v>
                </c:pt>
                <c:pt idx="243">
                  <c:v>43</c:v>
                </c:pt>
                <c:pt idx="244">
                  <c:v>69</c:v>
                </c:pt>
                <c:pt idx="245">
                  <c:v>71</c:v>
                </c:pt>
                <c:pt idx="246">
                  <c:v>74</c:v>
                </c:pt>
                <c:pt idx="247">
                  <c:v>68</c:v>
                </c:pt>
                <c:pt idx="248">
                  <c:v>62</c:v>
                </c:pt>
                <c:pt idx="249">
                  <c:v>53</c:v>
                </c:pt>
                <c:pt idx="250">
                  <c:v>49</c:v>
                </c:pt>
                <c:pt idx="251">
                  <c:v>83</c:v>
                </c:pt>
                <c:pt idx="252">
                  <c:v>70</c:v>
                </c:pt>
                <c:pt idx="253">
                  <c:v>72</c:v>
                </c:pt>
                <c:pt idx="254">
                  <c:v>52</c:v>
                </c:pt>
                <c:pt idx="255">
                  <c:v>70</c:v>
                </c:pt>
                <c:pt idx="256">
                  <c:v>68</c:v>
                </c:pt>
                <c:pt idx="257">
                  <c:v>77</c:v>
                </c:pt>
                <c:pt idx="258">
                  <c:v>78</c:v>
                </c:pt>
                <c:pt idx="259">
                  <c:v>81</c:v>
                </c:pt>
                <c:pt idx="260">
                  <c:v>77</c:v>
                </c:pt>
                <c:pt idx="261">
                  <c:v>78</c:v>
                </c:pt>
                <c:pt idx="262">
                  <c:v>51</c:v>
                </c:pt>
                <c:pt idx="263">
                  <c:v>90</c:v>
                </c:pt>
                <c:pt idx="264">
                  <c:v>68</c:v>
                </c:pt>
                <c:pt idx="265">
                  <c:v>41</c:v>
                </c:pt>
                <c:pt idx="266">
                  <c:v>81</c:v>
                </c:pt>
                <c:pt idx="267">
                  <c:v>77</c:v>
                </c:pt>
                <c:pt idx="268">
                  <c:v>95</c:v>
                </c:pt>
                <c:pt idx="269">
                  <c:v>70</c:v>
                </c:pt>
                <c:pt idx="270">
                  <c:v>61</c:v>
                </c:pt>
                <c:pt idx="271">
                  <c:v>42</c:v>
                </c:pt>
                <c:pt idx="272">
                  <c:v>58</c:v>
                </c:pt>
                <c:pt idx="273">
                  <c:v>71</c:v>
                </c:pt>
                <c:pt idx="274">
                  <c:v>76</c:v>
                </c:pt>
                <c:pt idx="275">
                  <c:v>73</c:v>
                </c:pt>
                <c:pt idx="276">
                  <c:v>93</c:v>
                </c:pt>
                <c:pt idx="277">
                  <c:v>75</c:v>
                </c:pt>
                <c:pt idx="278">
                  <c:v>80</c:v>
                </c:pt>
                <c:pt idx="279">
                  <c:v>57</c:v>
                </c:pt>
                <c:pt idx="280">
                  <c:v>42</c:v>
                </c:pt>
                <c:pt idx="281">
                  <c:v>46</c:v>
                </c:pt>
                <c:pt idx="282">
                  <c:v>84</c:v>
                </c:pt>
                <c:pt idx="283">
                  <c:v>78</c:v>
                </c:pt>
                <c:pt idx="284">
                  <c:v>46</c:v>
                </c:pt>
                <c:pt idx="285">
                  <c:v>82</c:v>
                </c:pt>
                <c:pt idx="286">
                  <c:v>88</c:v>
                </c:pt>
                <c:pt idx="287">
                  <c:v>82</c:v>
                </c:pt>
                <c:pt idx="288">
                  <c:v>76</c:v>
                </c:pt>
                <c:pt idx="289">
                  <c:v>77</c:v>
                </c:pt>
                <c:pt idx="290">
                  <c:v>68</c:v>
                </c:pt>
                <c:pt idx="291">
                  <c:v>70</c:v>
                </c:pt>
                <c:pt idx="292">
                  <c:v>57</c:v>
                </c:pt>
                <c:pt idx="293">
                  <c:v>75</c:v>
                </c:pt>
                <c:pt idx="294">
                  <c:v>80</c:v>
                </c:pt>
                <c:pt idx="295">
                  <c:v>60</c:v>
                </c:pt>
                <c:pt idx="296">
                  <c:v>43</c:v>
                </c:pt>
                <c:pt idx="297">
                  <c:v>68</c:v>
                </c:pt>
                <c:pt idx="298">
                  <c:v>50</c:v>
                </c:pt>
                <c:pt idx="299">
                  <c:v>75</c:v>
                </c:pt>
                <c:pt idx="300">
                  <c:v>81</c:v>
                </c:pt>
                <c:pt idx="301">
                  <c:v>52</c:v>
                </c:pt>
                <c:pt idx="302">
                  <c:v>81</c:v>
                </c:pt>
                <c:pt idx="303">
                  <c:v>64</c:v>
                </c:pt>
                <c:pt idx="304">
                  <c:v>83</c:v>
                </c:pt>
                <c:pt idx="305">
                  <c:v>69</c:v>
                </c:pt>
                <c:pt idx="306">
                  <c:v>81</c:v>
                </c:pt>
                <c:pt idx="307">
                  <c:v>44</c:v>
                </c:pt>
                <c:pt idx="308">
                  <c:v>67</c:v>
                </c:pt>
                <c:pt idx="309">
                  <c:v>52</c:v>
                </c:pt>
                <c:pt idx="310">
                  <c:v>80</c:v>
                </c:pt>
                <c:pt idx="311">
                  <c:v>57</c:v>
                </c:pt>
                <c:pt idx="312">
                  <c:v>68</c:v>
                </c:pt>
                <c:pt idx="313">
                  <c:v>69</c:v>
                </c:pt>
                <c:pt idx="314">
                  <c:v>75</c:v>
                </c:pt>
                <c:pt idx="315">
                  <c:v>65</c:v>
                </c:pt>
                <c:pt idx="316">
                  <c:v>91</c:v>
                </c:pt>
                <c:pt idx="317">
                  <c:v>78</c:v>
                </c:pt>
                <c:pt idx="318">
                  <c:v>69</c:v>
                </c:pt>
                <c:pt idx="319">
                  <c:v>63</c:v>
                </c:pt>
                <c:pt idx="320">
                  <c:v>84</c:v>
                </c:pt>
                <c:pt idx="321">
                  <c:v>79</c:v>
                </c:pt>
                <c:pt idx="322">
                  <c:v>80</c:v>
                </c:pt>
                <c:pt idx="323">
                  <c:v>53</c:v>
                </c:pt>
                <c:pt idx="324">
                  <c:v>43</c:v>
                </c:pt>
                <c:pt idx="325">
                  <c:v>94</c:v>
                </c:pt>
                <c:pt idx="326">
                  <c:v>62</c:v>
                </c:pt>
                <c:pt idx="327">
                  <c:v>19</c:v>
                </c:pt>
                <c:pt idx="328">
                  <c:v>77</c:v>
                </c:pt>
                <c:pt idx="329">
                  <c:v>51</c:v>
                </c:pt>
                <c:pt idx="330">
                  <c:v>61</c:v>
                </c:pt>
                <c:pt idx="331">
                  <c:v>35</c:v>
                </c:pt>
                <c:pt idx="332">
                  <c:v>53</c:v>
                </c:pt>
                <c:pt idx="333">
                  <c:v>81</c:v>
                </c:pt>
                <c:pt idx="334">
                  <c:v>95</c:v>
                </c:pt>
                <c:pt idx="335">
                  <c:v>66</c:v>
                </c:pt>
                <c:pt idx="336">
                  <c:v>69</c:v>
                </c:pt>
                <c:pt idx="337">
                  <c:v>43</c:v>
                </c:pt>
                <c:pt idx="338">
                  <c:v>27</c:v>
                </c:pt>
                <c:pt idx="339">
                  <c:v>60</c:v>
                </c:pt>
                <c:pt idx="340">
                  <c:v>52</c:v>
                </c:pt>
                <c:pt idx="341">
                  <c:v>63</c:v>
                </c:pt>
                <c:pt idx="342">
                  <c:v>74</c:v>
                </c:pt>
                <c:pt idx="343">
                  <c:v>67</c:v>
                </c:pt>
                <c:pt idx="344">
                  <c:v>67</c:v>
                </c:pt>
                <c:pt idx="345">
                  <c:v>75</c:v>
                </c:pt>
                <c:pt idx="346">
                  <c:v>57</c:v>
                </c:pt>
                <c:pt idx="347">
                  <c:v>95</c:v>
                </c:pt>
                <c:pt idx="348">
                  <c:v>66</c:v>
                </c:pt>
                <c:pt idx="349">
                  <c:v>76</c:v>
                </c:pt>
                <c:pt idx="350">
                  <c:v>69</c:v>
                </c:pt>
                <c:pt idx="351">
                  <c:v>52</c:v>
                </c:pt>
                <c:pt idx="352">
                  <c:v>80</c:v>
                </c:pt>
                <c:pt idx="353">
                  <c:v>57</c:v>
                </c:pt>
                <c:pt idx="354">
                  <c:v>70</c:v>
                </c:pt>
                <c:pt idx="355">
                  <c:v>70</c:v>
                </c:pt>
                <c:pt idx="356">
                  <c:v>61</c:v>
                </c:pt>
                <c:pt idx="357">
                  <c:v>69</c:v>
                </c:pt>
                <c:pt idx="358">
                  <c:v>61</c:v>
                </c:pt>
                <c:pt idx="359">
                  <c:v>89</c:v>
                </c:pt>
                <c:pt idx="360">
                  <c:v>59</c:v>
                </c:pt>
                <c:pt idx="361">
                  <c:v>78</c:v>
                </c:pt>
                <c:pt idx="362">
                  <c:v>58</c:v>
                </c:pt>
                <c:pt idx="363">
                  <c:v>32</c:v>
                </c:pt>
                <c:pt idx="364">
                  <c:v>58</c:v>
                </c:pt>
                <c:pt idx="365">
                  <c:v>60</c:v>
                </c:pt>
                <c:pt idx="366">
                  <c:v>53</c:v>
                </c:pt>
                <c:pt idx="367">
                  <c:v>61</c:v>
                </c:pt>
                <c:pt idx="368">
                  <c:v>58</c:v>
                </c:pt>
                <c:pt idx="369">
                  <c:v>85</c:v>
                </c:pt>
                <c:pt idx="370">
                  <c:v>71</c:v>
                </c:pt>
                <c:pt idx="371">
                  <c:v>70</c:v>
                </c:pt>
                <c:pt idx="372">
                  <c:v>72</c:v>
                </c:pt>
                <c:pt idx="373">
                  <c:v>96</c:v>
                </c:pt>
                <c:pt idx="374">
                  <c:v>73</c:v>
                </c:pt>
                <c:pt idx="375">
                  <c:v>41</c:v>
                </c:pt>
                <c:pt idx="376">
                  <c:v>82</c:v>
                </c:pt>
                <c:pt idx="377">
                  <c:v>100</c:v>
                </c:pt>
                <c:pt idx="378">
                  <c:v>77</c:v>
                </c:pt>
                <c:pt idx="379">
                  <c:v>62</c:v>
                </c:pt>
                <c:pt idx="380">
                  <c:v>83</c:v>
                </c:pt>
                <c:pt idx="381">
                  <c:v>95</c:v>
                </c:pt>
                <c:pt idx="382">
                  <c:v>71</c:v>
                </c:pt>
                <c:pt idx="383">
                  <c:v>45</c:v>
                </c:pt>
                <c:pt idx="384">
                  <c:v>43</c:v>
                </c:pt>
                <c:pt idx="385">
                  <c:v>75</c:v>
                </c:pt>
                <c:pt idx="386">
                  <c:v>70</c:v>
                </c:pt>
                <c:pt idx="387">
                  <c:v>67</c:v>
                </c:pt>
                <c:pt idx="388">
                  <c:v>64</c:v>
                </c:pt>
                <c:pt idx="389">
                  <c:v>75</c:v>
                </c:pt>
                <c:pt idx="390">
                  <c:v>59</c:v>
                </c:pt>
                <c:pt idx="391">
                  <c:v>77</c:v>
                </c:pt>
                <c:pt idx="392">
                  <c:v>67</c:v>
                </c:pt>
                <c:pt idx="393">
                  <c:v>56</c:v>
                </c:pt>
                <c:pt idx="394">
                  <c:v>77</c:v>
                </c:pt>
                <c:pt idx="395">
                  <c:v>41</c:v>
                </c:pt>
                <c:pt idx="396">
                  <c:v>63</c:v>
                </c:pt>
                <c:pt idx="397">
                  <c:v>95</c:v>
                </c:pt>
                <c:pt idx="398">
                  <c:v>57</c:v>
                </c:pt>
                <c:pt idx="399">
                  <c:v>54</c:v>
                </c:pt>
                <c:pt idx="400">
                  <c:v>67</c:v>
                </c:pt>
                <c:pt idx="401">
                  <c:v>43</c:v>
                </c:pt>
                <c:pt idx="402">
                  <c:v>55</c:v>
                </c:pt>
                <c:pt idx="403">
                  <c:v>100</c:v>
                </c:pt>
                <c:pt idx="404">
                  <c:v>62</c:v>
                </c:pt>
                <c:pt idx="405">
                  <c:v>68</c:v>
                </c:pt>
                <c:pt idx="406">
                  <c:v>63</c:v>
                </c:pt>
                <c:pt idx="407">
                  <c:v>77</c:v>
                </c:pt>
                <c:pt idx="408">
                  <c:v>56</c:v>
                </c:pt>
                <c:pt idx="409">
                  <c:v>85</c:v>
                </c:pt>
                <c:pt idx="410">
                  <c:v>74</c:v>
                </c:pt>
                <c:pt idx="411">
                  <c:v>78</c:v>
                </c:pt>
                <c:pt idx="412">
                  <c:v>60</c:v>
                </c:pt>
                <c:pt idx="413">
                  <c:v>67</c:v>
                </c:pt>
                <c:pt idx="414">
                  <c:v>79</c:v>
                </c:pt>
                <c:pt idx="415">
                  <c:v>69</c:v>
                </c:pt>
                <c:pt idx="416">
                  <c:v>68</c:v>
                </c:pt>
                <c:pt idx="417">
                  <c:v>67</c:v>
                </c:pt>
                <c:pt idx="418">
                  <c:v>62</c:v>
                </c:pt>
                <c:pt idx="419">
                  <c:v>54</c:v>
                </c:pt>
                <c:pt idx="420">
                  <c:v>93</c:v>
                </c:pt>
                <c:pt idx="421">
                  <c:v>64</c:v>
                </c:pt>
                <c:pt idx="422">
                  <c:v>67</c:v>
                </c:pt>
                <c:pt idx="423">
                  <c:v>80</c:v>
                </c:pt>
                <c:pt idx="424">
                  <c:v>34</c:v>
                </c:pt>
                <c:pt idx="425">
                  <c:v>62</c:v>
                </c:pt>
                <c:pt idx="426">
                  <c:v>86</c:v>
                </c:pt>
                <c:pt idx="427">
                  <c:v>65</c:v>
                </c:pt>
                <c:pt idx="428">
                  <c:v>53</c:v>
                </c:pt>
                <c:pt idx="429">
                  <c:v>54</c:v>
                </c:pt>
                <c:pt idx="430">
                  <c:v>59</c:v>
                </c:pt>
                <c:pt idx="431">
                  <c:v>70</c:v>
                </c:pt>
                <c:pt idx="432">
                  <c:v>55</c:v>
                </c:pt>
                <c:pt idx="433">
                  <c:v>50</c:v>
                </c:pt>
                <c:pt idx="434">
                  <c:v>66</c:v>
                </c:pt>
                <c:pt idx="435">
                  <c:v>53</c:v>
                </c:pt>
                <c:pt idx="436">
                  <c:v>64</c:v>
                </c:pt>
                <c:pt idx="437">
                  <c:v>73</c:v>
                </c:pt>
                <c:pt idx="438">
                  <c:v>51</c:v>
                </c:pt>
                <c:pt idx="439">
                  <c:v>82</c:v>
                </c:pt>
                <c:pt idx="440">
                  <c:v>79</c:v>
                </c:pt>
                <c:pt idx="441">
                  <c:v>80</c:v>
                </c:pt>
                <c:pt idx="442">
                  <c:v>69</c:v>
                </c:pt>
                <c:pt idx="443">
                  <c:v>76</c:v>
                </c:pt>
                <c:pt idx="444">
                  <c:v>73</c:v>
                </c:pt>
                <c:pt idx="445">
                  <c:v>77</c:v>
                </c:pt>
                <c:pt idx="446">
                  <c:v>60</c:v>
                </c:pt>
                <c:pt idx="447">
                  <c:v>80</c:v>
                </c:pt>
                <c:pt idx="448">
                  <c:v>42</c:v>
                </c:pt>
                <c:pt idx="449">
                  <c:v>72</c:v>
                </c:pt>
                <c:pt idx="450">
                  <c:v>85</c:v>
                </c:pt>
                <c:pt idx="451">
                  <c:v>97</c:v>
                </c:pt>
                <c:pt idx="452">
                  <c:v>74</c:v>
                </c:pt>
                <c:pt idx="453">
                  <c:v>49</c:v>
                </c:pt>
                <c:pt idx="454">
                  <c:v>62</c:v>
                </c:pt>
                <c:pt idx="455">
                  <c:v>47</c:v>
                </c:pt>
                <c:pt idx="456">
                  <c:v>89</c:v>
                </c:pt>
                <c:pt idx="457">
                  <c:v>48</c:v>
                </c:pt>
                <c:pt idx="458">
                  <c:v>100</c:v>
                </c:pt>
                <c:pt idx="459">
                  <c:v>68</c:v>
                </c:pt>
                <c:pt idx="460">
                  <c:v>55</c:v>
                </c:pt>
                <c:pt idx="461">
                  <c:v>45</c:v>
                </c:pt>
                <c:pt idx="462">
                  <c:v>76</c:v>
                </c:pt>
                <c:pt idx="463">
                  <c:v>91</c:v>
                </c:pt>
                <c:pt idx="464">
                  <c:v>62</c:v>
                </c:pt>
                <c:pt idx="465">
                  <c:v>91</c:v>
                </c:pt>
                <c:pt idx="466">
                  <c:v>38</c:v>
                </c:pt>
                <c:pt idx="467">
                  <c:v>65</c:v>
                </c:pt>
                <c:pt idx="468">
                  <c:v>85</c:v>
                </c:pt>
                <c:pt idx="469">
                  <c:v>76</c:v>
                </c:pt>
                <c:pt idx="470">
                  <c:v>90</c:v>
                </c:pt>
                <c:pt idx="471">
                  <c:v>74</c:v>
                </c:pt>
                <c:pt idx="472">
                  <c:v>84</c:v>
                </c:pt>
                <c:pt idx="473">
                  <c:v>61</c:v>
                </c:pt>
                <c:pt idx="474">
                  <c:v>91</c:v>
                </c:pt>
                <c:pt idx="475">
                  <c:v>83</c:v>
                </c:pt>
                <c:pt idx="476">
                  <c:v>66</c:v>
                </c:pt>
                <c:pt idx="477">
                  <c:v>72</c:v>
                </c:pt>
                <c:pt idx="478">
                  <c:v>70</c:v>
                </c:pt>
                <c:pt idx="479">
                  <c:v>67</c:v>
                </c:pt>
                <c:pt idx="480">
                  <c:v>68</c:v>
                </c:pt>
                <c:pt idx="481">
                  <c:v>56</c:v>
                </c:pt>
                <c:pt idx="482">
                  <c:v>61</c:v>
                </c:pt>
                <c:pt idx="483">
                  <c:v>46</c:v>
                </c:pt>
                <c:pt idx="484">
                  <c:v>54</c:v>
                </c:pt>
                <c:pt idx="485">
                  <c:v>71</c:v>
                </c:pt>
                <c:pt idx="486">
                  <c:v>56</c:v>
                </c:pt>
                <c:pt idx="487">
                  <c:v>74</c:v>
                </c:pt>
                <c:pt idx="488">
                  <c:v>57</c:v>
                </c:pt>
                <c:pt idx="489">
                  <c:v>82</c:v>
                </c:pt>
                <c:pt idx="490">
                  <c:v>76</c:v>
                </c:pt>
                <c:pt idx="491">
                  <c:v>70</c:v>
                </c:pt>
                <c:pt idx="492">
                  <c:v>90</c:v>
                </c:pt>
                <c:pt idx="493">
                  <c:v>90</c:v>
                </c:pt>
                <c:pt idx="494">
                  <c:v>68</c:v>
                </c:pt>
                <c:pt idx="495">
                  <c:v>66</c:v>
                </c:pt>
                <c:pt idx="496">
                  <c:v>52</c:v>
                </c:pt>
                <c:pt idx="497">
                  <c:v>76</c:v>
                </c:pt>
                <c:pt idx="498">
                  <c:v>68</c:v>
                </c:pt>
                <c:pt idx="499">
                  <c:v>72</c:v>
                </c:pt>
                <c:pt idx="500">
                  <c:v>82</c:v>
                </c:pt>
                <c:pt idx="501">
                  <c:v>92</c:v>
                </c:pt>
                <c:pt idx="502">
                  <c:v>54</c:v>
                </c:pt>
                <c:pt idx="503">
                  <c:v>92</c:v>
                </c:pt>
                <c:pt idx="504">
                  <c:v>54</c:v>
                </c:pt>
                <c:pt idx="505">
                  <c:v>80</c:v>
                </c:pt>
                <c:pt idx="506">
                  <c:v>66</c:v>
                </c:pt>
                <c:pt idx="507">
                  <c:v>54</c:v>
                </c:pt>
                <c:pt idx="508">
                  <c:v>77</c:v>
                </c:pt>
                <c:pt idx="509">
                  <c:v>87</c:v>
                </c:pt>
                <c:pt idx="510">
                  <c:v>73</c:v>
                </c:pt>
                <c:pt idx="511">
                  <c:v>43</c:v>
                </c:pt>
                <c:pt idx="512">
                  <c:v>52</c:v>
                </c:pt>
                <c:pt idx="513">
                  <c:v>62</c:v>
                </c:pt>
                <c:pt idx="514">
                  <c:v>94</c:v>
                </c:pt>
                <c:pt idx="515">
                  <c:v>85</c:v>
                </c:pt>
                <c:pt idx="516">
                  <c:v>84</c:v>
                </c:pt>
                <c:pt idx="517">
                  <c:v>73</c:v>
                </c:pt>
                <c:pt idx="518">
                  <c:v>78</c:v>
                </c:pt>
                <c:pt idx="519">
                  <c:v>79</c:v>
                </c:pt>
                <c:pt idx="520">
                  <c:v>52</c:v>
                </c:pt>
                <c:pt idx="521">
                  <c:v>84</c:v>
                </c:pt>
                <c:pt idx="522">
                  <c:v>57</c:v>
                </c:pt>
                <c:pt idx="523">
                  <c:v>50</c:v>
                </c:pt>
                <c:pt idx="524">
                  <c:v>49</c:v>
                </c:pt>
                <c:pt idx="525">
                  <c:v>59</c:v>
                </c:pt>
                <c:pt idx="526">
                  <c:v>60</c:v>
                </c:pt>
                <c:pt idx="527">
                  <c:v>43</c:v>
                </c:pt>
                <c:pt idx="528">
                  <c:v>47</c:v>
                </c:pt>
                <c:pt idx="529">
                  <c:v>70</c:v>
                </c:pt>
                <c:pt idx="530">
                  <c:v>73</c:v>
                </c:pt>
                <c:pt idx="531">
                  <c:v>53</c:v>
                </c:pt>
                <c:pt idx="532">
                  <c:v>58</c:v>
                </c:pt>
                <c:pt idx="533">
                  <c:v>94</c:v>
                </c:pt>
                <c:pt idx="534">
                  <c:v>68</c:v>
                </c:pt>
                <c:pt idx="535">
                  <c:v>83</c:v>
                </c:pt>
                <c:pt idx="536">
                  <c:v>58</c:v>
                </c:pt>
                <c:pt idx="537">
                  <c:v>62</c:v>
                </c:pt>
                <c:pt idx="538">
                  <c:v>71</c:v>
                </c:pt>
                <c:pt idx="539">
                  <c:v>86</c:v>
                </c:pt>
                <c:pt idx="540">
                  <c:v>68</c:v>
                </c:pt>
                <c:pt idx="541">
                  <c:v>80</c:v>
                </c:pt>
                <c:pt idx="542">
                  <c:v>79</c:v>
                </c:pt>
                <c:pt idx="543">
                  <c:v>89</c:v>
                </c:pt>
                <c:pt idx="544">
                  <c:v>66</c:v>
                </c:pt>
                <c:pt idx="545">
                  <c:v>80</c:v>
                </c:pt>
                <c:pt idx="546">
                  <c:v>97</c:v>
                </c:pt>
                <c:pt idx="547">
                  <c:v>64</c:v>
                </c:pt>
                <c:pt idx="548">
                  <c:v>64</c:v>
                </c:pt>
                <c:pt idx="549">
                  <c:v>69</c:v>
                </c:pt>
                <c:pt idx="550">
                  <c:v>65</c:v>
                </c:pt>
                <c:pt idx="551">
                  <c:v>88</c:v>
                </c:pt>
                <c:pt idx="552">
                  <c:v>50</c:v>
                </c:pt>
                <c:pt idx="553">
                  <c:v>64</c:v>
                </c:pt>
                <c:pt idx="554">
                  <c:v>40</c:v>
                </c:pt>
                <c:pt idx="555">
                  <c:v>33</c:v>
                </c:pt>
                <c:pt idx="556">
                  <c:v>79</c:v>
                </c:pt>
                <c:pt idx="557">
                  <c:v>66</c:v>
                </c:pt>
                <c:pt idx="558">
                  <c:v>70</c:v>
                </c:pt>
                <c:pt idx="559">
                  <c:v>62</c:v>
                </c:pt>
                <c:pt idx="560">
                  <c:v>79</c:v>
                </c:pt>
                <c:pt idx="561">
                  <c:v>74</c:v>
                </c:pt>
                <c:pt idx="562">
                  <c:v>92</c:v>
                </c:pt>
                <c:pt idx="563">
                  <c:v>80</c:v>
                </c:pt>
                <c:pt idx="564">
                  <c:v>46</c:v>
                </c:pt>
                <c:pt idx="565">
                  <c:v>45</c:v>
                </c:pt>
                <c:pt idx="566">
                  <c:v>100</c:v>
                </c:pt>
                <c:pt idx="567">
                  <c:v>78</c:v>
                </c:pt>
                <c:pt idx="568">
                  <c:v>47</c:v>
                </c:pt>
                <c:pt idx="569">
                  <c:v>67</c:v>
                </c:pt>
                <c:pt idx="570">
                  <c:v>70</c:v>
                </c:pt>
                <c:pt idx="571">
                  <c:v>92</c:v>
                </c:pt>
                <c:pt idx="572">
                  <c:v>56</c:v>
                </c:pt>
                <c:pt idx="573">
                  <c:v>64</c:v>
                </c:pt>
                <c:pt idx="574">
                  <c:v>71</c:v>
                </c:pt>
                <c:pt idx="575">
                  <c:v>53</c:v>
                </c:pt>
                <c:pt idx="576">
                  <c:v>52</c:v>
                </c:pt>
                <c:pt idx="577">
                  <c:v>89</c:v>
                </c:pt>
                <c:pt idx="578">
                  <c:v>58</c:v>
                </c:pt>
                <c:pt idx="579">
                  <c:v>68</c:v>
                </c:pt>
                <c:pt idx="580">
                  <c:v>96</c:v>
                </c:pt>
                <c:pt idx="581">
                  <c:v>80</c:v>
                </c:pt>
                <c:pt idx="582">
                  <c:v>78</c:v>
                </c:pt>
                <c:pt idx="583">
                  <c:v>80</c:v>
                </c:pt>
                <c:pt idx="584">
                  <c:v>77</c:v>
                </c:pt>
                <c:pt idx="585">
                  <c:v>76</c:v>
                </c:pt>
                <c:pt idx="586">
                  <c:v>73</c:v>
                </c:pt>
                <c:pt idx="587">
                  <c:v>62</c:v>
                </c:pt>
                <c:pt idx="588">
                  <c:v>65</c:v>
                </c:pt>
                <c:pt idx="589">
                  <c:v>65</c:v>
                </c:pt>
                <c:pt idx="590">
                  <c:v>54</c:v>
                </c:pt>
                <c:pt idx="591">
                  <c:v>50</c:v>
                </c:pt>
                <c:pt idx="592">
                  <c:v>64</c:v>
                </c:pt>
                <c:pt idx="593">
                  <c:v>73</c:v>
                </c:pt>
                <c:pt idx="594">
                  <c:v>99</c:v>
                </c:pt>
                <c:pt idx="595">
                  <c:v>72</c:v>
                </c:pt>
                <c:pt idx="596">
                  <c:v>15</c:v>
                </c:pt>
                <c:pt idx="597">
                  <c:v>48</c:v>
                </c:pt>
                <c:pt idx="598">
                  <c:v>73</c:v>
                </c:pt>
                <c:pt idx="599">
                  <c:v>81</c:v>
                </c:pt>
                <c:pt idx="600">
                  <c:v>63</c:v>
                </c:pt>
                <c:pt idx="601">
                  <c:v>30</c:v>
                </c:pt>
                <c:pt idx="602">
                  <c:v>80</c:v>
                </c:pt>
                <c:pt idx="603">
                  <c:v>51</c:v>
                </c:pt>
                <c:pt idx="604">
                  <c:v>90</c:v>
                </c:pt>
                <c:pt idx="605">
                  <c:v>62</c:v>
                </c:pt>
                <c:pt idx="606">
                  <c:v>82</c:v>
                </c:pt>
                <c:pt idx="607">
                  <c:v>54</c:v>
                </c:pt>
                <c:pt idx="608">
                  <c:v>62</c:v>
                </c:pt>
                <c:pt idx="609">
                  <c:v>65</c:v>
                </c:pt>
                <c:pt idx="610">
                  <c:v>63</c:v>
                </c:pt>
                <c:pt idx="611">
                  <c:v>66</c:v>
                </c:pt>
                <c:pt idx="612">
                  <c:v>91</c:v>
                </c:pt>
                <c:pt idx="613">
                  <c:v>74</c:v>
                </c:pt>
                <c:pt idx="614">
                  <c:v>93</c:v>
                </c:pt>
                <c:pt idx="615">
                  <c:v>72</c:v>
                </c:pt>
                <c:pt idx="616">
                  <c:v>38</c:v>
                </c:pt>
                <c:pt idx="617">
                  <c:v>83</c:v>
                </c:pt>
                <c:pt idx="618">
                  <c:v>84</c:v>
                </c:pt>
                <c:pt idx="619">
                  <c:v>68</c:v>
                </c:pt>
                <c:pt idx="620">
                  <c:v>54</c:v>
                </c:pt>
                <c:pt idx="621">
                  <c:v>56</c:v>
                </c:pt>
                <c:pt idx="622">
                  <c:v>52</c:v>
                </c:pt>
                <c:pt idx="623">
                  <c:v>86</c:v>
                </c:pt>
                <c:pt idx="624">
                  <c:v>62</c:v>
                </c:pt>
                <c:pt idx="625">
                  <c:v>99</c:v>
                </c:pt>
                <c:pt idx="626">
                  <c:v>63</c:v>
                </c:pt>
                <c:pt idx="627">
                  <c:v>46</c:v>
                </c:pt>
                <c:pt idx="628">
                  <c:v>46</c:v>
                </c:pt>
                <c:pt idx="629">
                  <c:v>55</c:v>
                </c:pt>
                <c:pt idx="630">
                  <c:v>70</c:v>
                </c:pt>
                <c:pt idx="631">
                  <c:v>65</c:v>
                </c:pt>
                <c:pt idx="632">
                  <c:v>81</c:v>
                </c:pt>
                <c:pt idx="633">
                  <c:v>85</c:v>
                </c:pt>
                <c:pt idx="634">
                  <c:v>80</c:v>
                </c:pt>
                <c:pt idx="635">
                  <c:v>64</c:v>
                </c:pt>
                <c:pt idx="636">
                  <c:v>81</c:v>
                </c:pt>
                <c:pt idx="637">
                  <c:v>88</c:v>
                </c:pt>
                <c:pt idx="638">
                  <c:v>74</c:v>
                </c:pt>
                <c:pt idx="639">
                  <c:v>73</c:v>
                </c:pt>
                <c:pt idx="640">
                  <c:v>51</c:v>
                </c:pt>
                <c:pt idx="641">
                  <c:v>90</c:v>
                </c:pt>
                <c:pt idx="642">
                  <c:v>79</c:v>
                </c:pt>
                <c:pt idx="643">
                  <c:v>80</c:v>
                </c:pt>
                <c:pt idx="644">
                  <c:v>60</c:v>
                </c:pt>
                <c:pt idx="645">
                  <c:v>81</c:v>
                </c:pt>
                <c:pt idx="646">
                  <c:v>65</c:v>
                </c:pt>
                <c:pt idx="647">
                  <c:v>68</c:v>
                </c:pt>
                <c:pt idx="648">
                  <c:v>55</c:v>
                </c:pt>
                <c:pt idx="649">
                  <c:v>81</c:v>
                </c:pt>
                <c:pt idx="650">
                  <c:v>53</c:v>
                </c:pt>
                <c:pt idx="651">
                  <c:v>76</c:v>
                </c:pt>
                <c:pt idx="652">
                  <c:v>98</c:v>
                </c:pt>
                <c:pt idx="653">
                  <c:v>74</c:v>
                </c:pt>
                <c:pt idx="654">
                  <c:v>79</c:v>
                </c:pt>
                <c:pt idx="655">
                  <c:v>67</c:v>
                </c:pt>
                <c:pt idx="656">
                  <c:v>64</c:v>
                </c:pt>
                <c:pt idx="657">
                  <c:v>61</c:v>
                </c:pt>
                <c:pt idx="658">
                  <c:v>58</c:v>
                </c:pt>
                <c:pt idx="659">
                  <c:v>85</c:v>
                </c:pt>
                <c:pt idx="660">
                  <c:v>73</c:v>
                </c:pt>
                <c:pt idx="661">
                  <c:v>63</c:v>
                </c:pt>
                <c:pt idx="662">
                  <c:v>69</c:v>
                </c:pt>
                <c:pt idx="663">
                  <c:v>67</c:v>
                </c:pt>
                <c:pt idx="664">
                  <c:v>63</c:v>
                </c:pt>
                <c:pt idx="665">
                  <c:v>60</c:v>
                </c:pt>
                <c:pt idx="666">
                  <c:v>71</c:v>
                </c:pt>
                <c:pt idx="667">
                  <c:v>87</c:v>
                </c:pt>
                <c:pt idx="668">
                  <c:v>61</c:v>
                </c:pt>
                <c:pt idx="669">
                  <c:v>77</c:v>
                </c:pt>
                <c:pt idx="670">
                  <c:v>68</c:v>
                </c:pt>
                <c:pt idx="671">
                  <c:v>50</c:v>
                </c:pt>
                <c:pt idx="672">
                  <c:v>76</c:v>
                </c:pt>
                <c:pt idx="673">
                  <c:v>84</c:v>
                </c:pt>
                <c:pt idx="674">
                  <c:v>78</c:v>
                </c:pt>
                <c:pt idx="675">
                  <c:v>66</c:v>
                </c:pt>
                <c:pt idx="676">
                  <c:v>76</c:v>
                </c:pt>
                <c:pt idx="677">
                  <c:v>76</c:v>
                </c:pt>
                <c:pt idx="678">
                  <c:v>78</c:v>
                </c:pt>
                <c:pt idx="679">
                  <c:v>60</c:v>
                </c:pt>
                <c:pt idx="680">
                  <c:v>74</c:v>
                </c:pt>
                <c:pt idx="681">
                  <c:v>60</c:v>
                </c:pt>
                <c:pt idx="682">
                  <c:v>54</c:v>
                </c:pt>
                <c:pt idx="683">
                  <c:v>44</c:v>
                </c:pt>
                <c:pt idx="684">
                  <c:v>68</c:v>
                </c:pt>
                <c:pt idx="685">
                  <c:v>100</c:v>
                </c:pt>
                <c:pt idx="686">
                  <c:v>68</c:v>
                </c:pt>
                <c:pt idx="687">
                  <c:v>73</c:v>
                </c:pt>
                <c:pt idx="688">
                  <c:v>44</c:v>
                </c:pt>
                <c:pt idx="689">
                  <c:v>83</c:v>
                </c:pt>
                <c:pt idx="690">
                  <c:v>53</c:v>
                </c:pt>
                <c:pt idx="691">
                  <c:v>78</c:v>
                </c:pt>
                <c:pt idx="692">
                  <c:v>81</c:v>
                </c:pt>
                <c:pt idx="693">
                  <c:v>73</c:v>
                </c:pt>
                <c:pt idx="694">
                  <c:v>56</c:v>
                </c:pt>
                <c:pt idx="695">
                  <c:v>86</c:v>
                </c:pt>
                <c:pt idx="696">
                  <c:v>90</c:v>
                </c:pt>
                <c:pt idx="697">
                  <c:v>70</c:v>
                </c:pt>
                <c:pt idx="698">
                  <c:v>79</c:v>
                </c:pt>
                <c:pt idx="699">
                  <c:v>59</c:v>
                </c:pt>
                <c:pt idx="700">
                  <c:v>82</c:v>
                </c:pt>
                <c:pt idx="701">
                  <c:v>72</c:v>
                </c:pt>
                <c:pt idx="702">
                  <c:v>87</c:v>
                </c:pt>
                <c:pt idx="703">
                  <c:v>67</c:v>
                </c:pt>
                <c:pt idx="704">
                  <c:v>64</c:v>
                </c:pt>
                <c:pt idx="705">
                  <c:v>65</c:v>
                </c:pt>
                <c:pt idx="706">
                  <c:v>36</c:v>
                </c:pt>
                <c:pt idx="707">
                  <c:v>52</c:v>
                </c:pt>
                <c:pt idx="708">
                  <c:v>79</c:v>
                </c:pt>
                <c:pt idx="709">
                  <c:v>58</c:v>
                </c:pt>
                <c:pt idx="710">
                  <c:v>90</c:v>
                </c:pt>
                <c:pt idx="711">
                  <c:v>85</c:v>
                </c:pt>
                <c:pt idx="712">
                  <c:v>99</c:v>
                </c:pt>
                <c:pt idx="713">
                  <c:v>84</c:v>
                </c:pt>
                <c:pt idx="714">
                  <c:v>74</c:v>
                </c:pt>
                <c:pt idx="715">
                  <c:v>87</c:v>
                </c:pt>
                <c:pt idx="716">
                  <c:v>72</c:v>
                </c:pt>
                <c:pt idx="717">
                  <c:v>99</c:v>
                </c:pt>
                <c:pt idx="718">
                  <c:v>74</c:v>
                </c:pt>
                <c:pt idx="719">
                  <c:v>80</c:v>
                </c:pt>
                <c:pt idx="720">
                  <c:v>70</c:v>
                </c:pt>
                <c:pt idx="721">
                  <c:v>59</c:v>
                </c:pt>
                <c:pt idx="722">
                  <c:v>88</c:v>
                </c:pt>
                <c:pt idx="723">
                  <c:v>42</c:v>
                </c:pt>
                <c:pt idx="724">
                  <c:v>41</c:v>
                </c:pt>
                <c:pt idx="725">
                  <c:v>71</c:v>
                </c:pt>
                <c:pt idx="726">
                  <c:v>77</c:v>
                </c:pt>
                <c:pt idx="727">
                  <c:v>57</c:v>
                </c:pt>
                <c:pt idx="728">
                  <c:v>84</c:v>
                </c:pt>
                <c:pt idx="729">
                  <c:v>37</c:v>
                </c:pt>
                <c:pt idx="730">
                  <c:v>80</c:v>
                </c:pt>
                <c:pt idx="731">
                  <c:v>43</c:v>
                </c:pt>
                <c:pt idx="732">
                  <c:v>94</c:v>
                </c:pt>
                <c:pt idx="733">
                  <c:v>44</c:v>
                </c:pt>
                <c:pt idx="734">
                  <c:v>57</c:v>
                </c:pt>
                <c:pt idx="735">
                  <c:v>59</c:v>
                </c:pt>
                <c:pt idx="736">
                  <c:v>84</c:v>
                </c:pt>
                <c:pt idx="737">
                  <c:v>73</c:v>
                </c:pt>
                <c:pt idx="738">
                  <c:v>73</c:v>
                </c:pt>
                <c:pt idx="739">
                  <c:v>55</c:v>
                </c:pt>
                <c:pt idx="740">
                  <c:v>72</c:v>
                </c:pt>
                <c:pt idx="741">
                  <c:v>56</c:v>
                </c:pt>
                <c:pt idx="742">
                  <c:v>82</c:v>
                </c:pt>
                <c:pt idx="743">
                  <c:v>72</c:v>
                </c:pt>
                <c:pt idx="744">
                  <c:v>47</c:v>
                </c:pt>
                <c:pt idx="745">
                  <c:v>74</c:v>
                </c:pt>
                <c:pt idx="746">
                  <c:v>71</c:v>
                </c:pt>
                <c:pt idx="747">
                  <c:v>68</c:v>
                </c:pt>
                <c:pt idx="748">
                  <c:v>59</c:v>
                </c:pt>
                <c:pt idx="749">
                  <c:v>86</c:v>
                </c:pt>
                <c:pt idx="750">
                  <c:v>68</c:v>
                </c:pt>
                <c:pt idx="751">
                  <c:v>65</c:v>
                </c:pt>
                <c:pt idx="752">
                  <c:v>75</c:v>
                </c:pt>
                <c:pt idx="753">
                  <c:v>85</c:v>
                </c:pt>
                <c:pt idx="754">
                  <c:v>53</c:v>
                </c:pt>
                <c:pt idx="755">
                  <c:v>92</c:v>
                </c:pt>
                <c:pt idx="756">
                  <c:v>52</c:v>
                </c:pt>
                <c:pt idx="757">
                  <c:v>72</c:v>
                </c:pt>
                <c:pt idx="758">
                  <c:v>65</c:v>
                </c:pt>
                <c:pt idx="759">
                  <c:v>77</c:v>
                </c:pt>
                <c:pt idx="760">
                  <c:v>64</c:v>
                </c:pt>
                <c:pt idx="761">
                  <c:v>54</c:v>
                </c:pt>
                <c:pt idx="762">
                  <c:v>86</c:v>
                </c:pt>
                <c:pt idx="763">
                  <c:v>63</c:v>
                </c:pt>
                <c:pt idx="764">
                  <c:v>59</c:v>
                </c:pt>
                <c:pt idx="765">
                  <c:v>72</c:v>
                </c:pt>
                <c:pt idx="766">
                  <c:v>77</c:v>
                </c:pt>
                <c:pt idx="767">
                  <c:v>60</c:v>
                </c:pt>
                <c:pt idx="768">
                  <c:v>75</c:v>
                </c:pt>
                <c:pt idx="769">
                  <c:v>57</c:v>
                </c:pt>
                <c:pt idx="770">
                  <c:v>49</c:v>
                </c:pt>
                <c:pt idx="771">
                  <c:v>74</c:v>
                </c:pt>
                <c:pt idx="772">
                  <c:v>72</c:v>
                </c:pt>
                <c:pt idx="773">
                  <c:v>79</c:v>
                </c:pt>
                <c:pt idx="774">
                  <c:v>60</c:v>
                </c:pt>
                <c:pt idx="775">
                  <c:v>55</c:v>
                </c:pt>
                <c:pt idx="776">
                  <c:v>70</c:v>
                </c:pt>
                <c:pt idx="777">
                  <c:v>43</c:v>
                </c:pt>
                <c:pt idx="778">
                  <c:v>82</c:v>
                </c:pt>
                <c:pt idx="779">
                  <c:v>82</c:v>
                </c:pt>
                <c:pt idx="780">
                  <c:v>57</c:v>
                </c:pt>
                <c:pt idx="781">
                  <c:v>84</c:v>
                </c:pt>
                <c:pt idx="782">
                  <c:v>82</c:v>
                </c:pt>
                <c:pt idx="783">
                  <c:v>62</c:v>
                </c:pt>
                <c:pt idx="784">
                  <c:v>79</c:v>
                </c:pt>
                <c:pt idx="785">
                  <c:v>44</c:v>
                </c:pt>
                <c:pt idx="786">
                  <c:v>77</c:v>
                </c:pt>
                <c:pt idx="787">
                  <c:v>32</c:v>
                </c:pt>
                <c:pt idx="788">
                  <c:v>61</c:v>
                </c:pt>
                <c:pt idx="789">
                  <c:v>61</c:v>
                </c:pt>
                <c:pt idx="790">
                  <c:v>60</c:v>
                </c:pt>
                <c:pt idx="791">
                  <c:v>70</c:v>
                </c:pt>
                <c:pt idx="792">
                  <c:v>69</c:v>
                </c:pt>
                <c:pt idx="793">
                  <c:v>77</c:v>
                </c:pt>
                <c:pt idx="794">
                  <c:v>51</c:v>
                </c:pt>
                <c:pt idx="795">
                  <c:v>73</c:v>
                </c:pt>
                <c:pt idx="796">
                  <c:v>70</c:v>
                </c:pt>
                <c:pt idx="797">
                  <c:v>81</c:v>
                </c:pt>
                <c:pt idx="798">
                  <c:v>54</c:v>
                </c:pt>
                <c:pt idx="799">
                  <c:v>57</c:v>
                </c:pt>
                <c:pt idx="800">
                  <c:v>68</c:v>
                </c:pt>
                <c:pt idx="801">
                  <c:v>73</c:v>
                </c:pt>
                <c:pt idx="802">
                  <c:v>95</c:v>
                </c:pt>
                <c:pt idx="803">
                  <c:v>87</c:v>
                </c:pt>
                <c:pt idx="804">
                  <c:v>78</c:v>
                </c:pt>
                <c:pt idx="805">
                  <c:v>74</c:v>
                </c:pt>
                <c:pt idx="806">
                  <c:v>75</c:v>
                </c:pt>
                <c:pt idx="807">
                  <c:v>40</c:v>
                </c:pt>
                <c:pt idx="808">
                  <c:v>69</c:v>
                </c:pt>
                <c:pt idx="809">
                  <c:v>51</c:v>
                </c:pt>
                <c:pt idx="810">
                  <c:v>36</c:v>
                </c:pt>
                <c:pt idx="811">
                  <c:v>49</c:v>
                </c:pt>
                <c:pt idx="812">
                  <c:v>67</c:v>
                </c:pt>
                <c:pt idx="813">
                  <c:v>76</c:v>
                </c:pt>
                <c:pt idx="814">
                  <c:v>83</c:v>
                </c:pt>
                <c:pt idx="815">
                  <c:v>87</c:v>
                </c:pt>
                <c:pt idx="816">
                  <c:v>64</c:v>
                </c:pt>
                <c:pt idx="817">
                  <c:v>76</c:v>
                </c:pt>
                <c:pt idx="818">
                  <c:v>68</c:v>
                </c:pt>
                <c:pt idx="819">
                  <c:v>88</c:v>
                </c:pt>
                <c:pt idx="820">
                  <c:v>92</c:v>
                </c:pt>
                <c:pt idx="821">
                  <c:v>93</c:v>
                </c:pt>
                <c:pt idx="822">
                  <c:v>51</c:v>
                </c:pt>
                <c:pt idx="823">
                  <c:v>82</c:v>
                </c:pt>
                <c:pt idx="824">
                  <c:v>52</c:v>
                </c:pt>
                <c:pt idx="825">
                  <c:v>58</c:v>
                </c:pt>
                <c:pt idx="826">
                  <c:v>70</c:v>
                </c:pt>
                <c:pt idx="827">
                  <c:v>76</c:v>
                </c:pt>
                <c:pt idx="828">
                  <c:v>81</c:v>
                </c:pt>
                <c:pt idx="829">
                  <c:v>53</c:v>
                </c:pt>
                <c:pt idx="830">
                  <c:v>57</c:v>
                </c:pt>
                <c:pt idx="831">
                  <c:v>89</c:v>
                </c:pt>
                <c:pt idx="832">
                  <c:v>58</c:v>
                </c:pt>
                <c:pt idx="833">
                  <c:v>89</c:v>
                </c:pt>
                <c:pt idx="834">
                  <c:v>45</c:v>
                </c:pt>
                <c:pt idx="835">
                  <c:v>74</c:v>
                </c:pt>
                <c:pt idx="836">
                  <c:v>57</c:v>
                </c:pt>
                <c:pt idx="837">
                  <c:v>79</c:v>
                </c:pt>
                <c:pt idx="838">
                  <c:v>53</c:v>
                </c:pt>
                <c:pt idx="839">
                  <c:v>73</c:v>
                </c:pt>
                <c:pt idx="840">
                  <c:v>46</c:v>
                </c:pt>
                <c:pt idx="841">
                  <c:v>51</c:v>
                </c:pt>
                <c:pt idx="842">
                  <c:v>36</c:v>
                </c:pt>
                <c:pt idx="843">
                  <c:v>76</c:v>
                </c:pt>
                <c:pt idx="844">
                  <c:v>64</c:v>
                </c:pt>
                <c:pt idx="845">
                  <c:v>84</c:v>
                </c:pt>
                <c:pt idx="846">
                  <c:v>85</c:v>
                </c:pt>
                <c:pt idx="847">
                  <c:v>50</c:v>
                </c:pt>
                <c:pt idx="848">
                  <c:v>68</c:v>
                </c:pt>
                <c:pt idx="849">
                  <c:v>69</c:v>
                </c:pt>
                <c:pt idx="850">
                  <c:v>67</c:v>
                </c:pt>
                <c:pt idx="851">
                  <c:v>63</c:v>
                </c:pt>
                <c:pt idx="852">
                  <c:v>93</c:v>
                </c:pt>
                <c:pt idx="853">
                  <c:v>61</c:v>
                </c:pt>
                <c:pt idx="854">
                  <c:v>55</c:v>
                </c:pt>
                <c:pt idx="855">
                  <c:v>96</c:v>
                </c:pt>
                <c:pt idx="856">
                  <c:v>65</c:v>
                </c:pt>
                <c:pt idx="857">
                  <c:v>81</c:v>
                </c:pt>
                <c:pt idx="858">
                  <c:v>46</c:v>
                </c:pt>
                <c:pt idx="859">
                  <c:v>72</c:v>
                </c:pt>
                <c:pt idx="860">
                  <c:v>53</c:v>
                </c:pt>
                <c:pt idx="861">
                  <c:v>87</c:v>
                </c:pt>
                <c:pt idx="862">
                  <c:v>38</c:v>
                </c:pt>
                <c:pt idx="863">
                  <c:v>80</c:v>
                </c:pt>
                <c:pt idx="864">
                  <c:v>91</c:v>
                </c:pt>
                <c:pt idx="865">
                  <c:v>88</c:v>
                </c:pt>
                <c:pt idx="866">
                  <c:v>52</c:v>
                </c:pt>
                <c:pt idx="867">
                  <c:v>41</c:v>
                </c:pt>
                <c:pt idx="868">
                  <c:v>72</c:v>
                </c:pt>
                <c:pt idx="869">
                  <c:v>51</c:v>
                </c:pt>
                <c:pt idx="870">
                  <c:v>47</c:v>
                </c:pt>
                <c:pt idx="871">
                  <c:v>76</c:v>
                </c:pt>
                <c:pt idx="872">
                  <c:v>78</c:v>
                </c:pt>
                <c:pt idx="873">
                  <c:v>82</c:v>
                </c:pt>
                <c:pt idx="874">
                  <c:v>61</c:v>
                </c:pt>
                <c:pt idx="875">
                  <c:v>66</c:v>
                </c:pt>
                <c:pt idx="876">
                  <c:v>84</c:v>
                </c:pt>
                <c:pt idx="877">
                  <c:v>54</c:v>
                </c:pt>
                <c:pt idx="878">
                  <c:v>80</c:v>
                </c:pt>
                <c:pt idx="879">
                  <c:v>74</c:v>
                </c:pt>
                <c:pt idx="880">
                  <c:v>66</c:v>
                </c:pt>
                <c:pt idx="881">
                  <c:v>70</c:v>
                </c:pt>
                <c:pt idx="882">
                  <c:v>71</c:v>
                </c:pt>
                <c:pt idx="883">
                  <c:v>44</c:v>
                </c:pt>
                <c:pt idx="884">
                  <c:v>54</c:v>
                </c:pt>
                <c:pt idx="885">
                  <c:v>80</c:v>
                </c:pt>
                <c:pt idx="886">
                  <c:v>95</c:v>
                </c:pt>
                <c:pt idx="887">
                  <c:v>59</c:v>
                </c:pt>
                <c:pt idx="888">
                  <c:v>74</c:v>
                </c:pt>
                <c:pt idx="889">
                  <c:v>48</c:v>
                </c:pt>
                <c:pt idx="890">
                  <c:v>91</c:v>
                </c:pt>
                <c:pt idx="891">
                  <c:v>85</c:v>
                </c:pt>
                <c:pt idx="892">
                  <c:v>73</c:v>
                </c:pt>
                <c:pt idx="893">
                  <c:v>75</c:v>
                </c:pt>
                <c:pt idx="894">
                  <c:v>69</c:v>
                </c:pt>
                <c:pt idx="895">
                  <c:v>38</c:v>
                </c:pt>
                <c:pt idx="896">
                  <c:v>27</c:v>
                </c:pt>
                <c:pt idx="897">
                  <c:v>79</c:v>
                </c:pt>
                <c:pt idx="898">
                  <c:v>63</c:v>
                </c:pt>
                <c:pt idx="899">
                  <c:v>82</c:v>
                </c:pt>
                <c:pt idx="900">
                  <c:v>89</c:v>
                </c:pt>
                <c:pt idx="901">
                  <c:v>74</c:v>
                </c:pt>
                <c:pt idx="902">
                  <c:v>41</c:v>
                </c:pt>
                <c:pt idx="903">
                  <c:v>100</c:v>
                </c:pt>
                <c:pt idx="904">
                  <c:v>84</c:v>
                </c:pt>
                <c:pt idx="905">
                  <c:v>77</c:v>
                </c:pt>
                <c:pt idx="906">
                  <c:v>51</c:v>
                </c:pt>
                <c:pt idx="907">
                  <c:v>91</c:v>
                </c:pt>
                <c:pt idx="908">
                  <c:v>72</c:v>
                </c:pt>
                <c:pt idx="909">
                  <c:v>70</c:v>
                </c:pt>
                <c:pt idx="910">
                  <c:v>48</c:v>
                </c:pt>
                <c:pt idx="911">
                  <c:v>82</c:v>
                </c:pt>
                <c:pt idx="912">
                  <c:v>66</c:v>
                </c:pt>
                <c:pt idx="913">
                  <c:v>66</c:v>
                </c:pt>
                <c:pt idx="914">
                  <c:v>55</c:v>
                </c:pt>
                <c:pt idx="915">
                  <c:v>66</c:v>
                </c:pt>
                <c:pt idx="916">
                  <c:v>100</c:v>
                </c:pt>
                <c:pt idx="917">
                  <c:v>52</c:v>
                </c:pt>
                <c:pt idx="918">
                  <c:v>80</c:v>
                </c:pt>
                <c:pt idx="919">
                  <c:v>91</c:v>
                </c:pt>
                <c:pt idx="920">
                  <c:v>67</c:v>
                </c:pt>
                <c:pt idx="921">
                  <c:v>46</c:v>
                </c:pt>
                <c:pt idx="922">
                  <c:v>66</c:v>
                </c:pt>
                <c:pt idx="923">
                  <c:v>65</c:v>
                </c:pt>
                <c:pt idx="924">
                  <c:v>69</c:v>
                </c:pt>
                <c:pt idx="925">
                  <c:v>60</c:v>
                </c:pt>
                <c:pt idx="926">
                  <c:v>52</c:v>
                </c:pt>
                <c:pt idx="927">
                  <c:v>71</c:v>
                </c:pt>
                <c:pt idx="928">
                  <c:v>44</c:v>
                </c:pt>
                <c:pt idx="929">
                  <c:v>51</c:v>
                </c:pt>
                <c:pt idx="930">
                  <c:v>70</c:v>
                </c:pt>
                <c:pt idx="931">
                  <c:v>62</c:v>
                </c:pt>
                <c:pt idx="932">
                  <c:v>73</c:v>
                </c:pt>
                <c:pt idx="933">
                  <c:v>74</c:v>
                </c:pt>
                <c:pt idx="934">
                  <c:v>90</c:v>
                </c:pt>
                <c:pt idx="935">
                  <c:v>58</c:v>
                </c:pt>
                <c:pt idx="936">
                  <c:v>53</c:v>
                </c:pt>
                <c:pt idx="937">
                  <c:v>57</c:v>
                </c:pt>
                <c:pt idx="938">
                  <c:v>85</c:v>
                </c:pt>
                <c:pt idx="939">
                  <c:v>69</c:v>
                </c:pt>
                <c:pt idx="940">
                  <c:v>72</c:v>
                </c:pt>
                <c:pt idx="941">
                  <c:v>96</c:v>
                </c:pt>
                <c:pt idx="942">
                  <c:v>64</c:v>
                </c:pt>
                <c:pt idx="943">
                  <c:v>61</c:v>
                </c:pt>
                <c:pt idx="944">
                  <c:v>61</c:v>
                </c:pt>
                <c:pt idx="945">
                  <c:v>58</c:v>
                </c:pt>
                <c:pt idx="946">
                  <c:v>80</c:v>
                </c:pt>
                <c:pt idx="947">
                  <c:v>60</c:v>
                </c:pt>
                <c:pt idx="948">
                  <c:v>52</c:v>
                </c:pt>
                <c:pt idx="949">
                  <c:v>73</c:v>
                </c:pt>
                <c:pt idx="950">
                  <c:v>71</c:v>
                </c:pt>
                <c:pt idx="951">
                  <c:v>83</c:v>
                </c:pt>
                <c:pt idx="952">
                  <c:v>72</c:v>
                </c:pt>
                <c:pt idx="953">
                  <c:v>54</c:v>
                </c:pt>
                <c:pt idx="954">
                  <c:v>69</c:v>
                </c:pt>
                <c:pt idx="955">
                  <c:v>62</c:v>
                </c:pt>
                <c:pt idx="956">
                  <c:v>81</c:v>
                </c:pt>
                <c:pt idx="957">
                  <c:v>100</c:v>
                </c:pt>
                <c:pt idx="958">
                  <c:v>59</c:v>
                </c:pt>
                <c:pt idx="959">
                  <c:v>71</c:v>
                </c:pt>
                <c:pt idx="960">
                  <c:v>64</c:v>
                </c:pt>
                <c:pt idx="961">
                  <c:v>53</c:v>
                </c:pt>
                <c:pt idx="962">
                  <c:v>100</c:v>
                </c:pt>
                <c:pt idx="963">
                  <c:v>75</c:v>
                </c:pt>
                <c:pt idx="964">
                  <c:v>58</c:v>
                </c:pt>
                <c:pt idx="965">
                  <c:v>72</c:v>
                </c:pt>
                <c:pt idx="966">
                  <c:v>64</c:v>
                </c:pt>
                <c:pt idx="967">
                  <c:v>60</c:v>
                </c:pt>
                <c:pt idx="968">
                  <c:v>67</c:v>
                </c:pt>
                <c:pt idx="969">
                  <c:v>80</c:v>
                </c:pt>
                <c:pt idx="970">
                  <c:v>100</c:v>
                </c:pt>
                <c:pt idx="971">
                  <c:v>69</c:v>
                </c:pt>
                <c:pt idx="972">
                  <c:v>60</c:v>
                </c:pt>
                <c:pt idx="973">
                  <c:v>61</c:v>
                </c:pt>
                <c:pt idx="974">
                  <c:v>67</c:v>
                </c:pt>
                <c:pt idx="975">
                  <c:v>77</c:v>
                </c:pt>
                <c:pt idx="976">
                  <c:v>60</c:v>
                </c:pt>
                <c:pt idx="977">
                  <c:v>58</c:v>
                </c:pt>
                <c:pt idx="978">
                  <c:v>48</c:v>
                </c:pt>
                <c:pt idx="979">
                  <c:v>94</c:v>
                </c:pt>
                <c:pt idx="980">
                  <c:v>23</c:v>
                </c:pt>
                <c:pt idx="981">
                  <c:v>78</c:v>
                </c:pt>
                <c:pt idx="982">
                  <c:v>86</c:v>
                </c:pt>
                <c:pt idx="983">
                  <c:v>91</c:v>
                </c:pt>
                <c:pt idx="984">
                  <c:v>82</c:v>
                </c:pt>
                <c:pt idx="985">
                  <c:v>54</c:v>
                </c:pt>
                <c:pt idx="986">
                  <c:v>51</c:v>
                </c:pt>
                <c:pt idx="987">
                  <c:v>76</c:v>
                </c:pt>
                <c:pt idx="988">
                  <c:v>45</c:v>
                </c:pt>
                <c:pt idx="989">
                  <c:v>83</c:v>
                </c:pt>
                <c:pt idx="990">
                  <c:v>75</c:v>
                </c:pt>
                <c:pt idx="991">
                  <c:v>78</c:v>
                </c:pt>
                <c:pt idx="992">
                  <c:v>76</c:v>
                </c:pt>
                <c:pt idx="993">
                  <c:v>74</c:v>
                </c:pt>
                <c:pt idx="994">
                  <c:v>62</c:v>
                </c:pt>
                <c:pt idx="995">
                  <c:v>95</c:v>
                </c:pt>
                <c:pt idx="996">
                  <c:v>55</c:v>
                </c:pt>
                <c:pt idx="997">
                  <c:v>65</c:v>
                </c:pt>
                <c:pt idx="998">
                  <c:v>77</c:v>
                </c:pt>
                <c:pt idx="999">
                  <c:v>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E5-457B-86FC-4C1C6DCC93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4260880"/>
        <c:axId val="504261360"/>
      </c:scatterChart>
      <c:valAx>
        <c:axId val="504260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4261360"/>
        <c:crosses val="autoZero"/>
        <c:crossBetween val="midCat"/>
      </c:valAx>
      <c:valAx>
        <c:axId val="504261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4260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F915-621D-DE64-385C-BAF915C8F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8B714-D12C-72D1-E449-8861159CE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AF2DB-8A8D-BEF2-9F06-9074BF29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F48B8-5385-9296-1DA0-4F8064F23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D9670-2234-0931-BF40-749D9E78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3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112D-1292-7B36-341F-BE98941D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9273-64C5-1932-39B2-29429E1C3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F476-C19C-CCAD-79CC-671993361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CD937-0C0F-3BF8-62FA-A50CB5589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D44A-6F7A-5685-1FFB-6B1C68B84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4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C35B-AD98-789C-5267-3F31C8A8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646EF-C572-9316-E948-1BE7BFEBE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BFBE6-FCB3-43A3-8327-BBAE4D11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C99A-2E50-AB71-3749-C15AEBFCE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A4D69-7975-6200-1DE9-6EF3A9DB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5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8696-BA7C-401E-7087-55AA1FB0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D0D0-E74C-5E5F-E541-CD8A5868E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32D93-B540-99C2-BAA1-2399E08AC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87AAD-FAC1-B2FB-1B0A-DC4C614E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7DA56-E9DD-B800-ABF7-4F1C9829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63A90-3EC3-1305-54C2-EE6808F6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0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1085-F18F-AAA7-F5BA-96ECC458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3C768-4753-A772-3F65-4A725D372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42F3D-5E33-60F2-4258-9D256E9F8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E4A07-E349-220E-2ACC-7697DA1A9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9928D-3A02-DB00-0EA3-43333696C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079DB-53E2-88E0-49C9-D26349A3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347EE-768D-EA52-92CD-B46E3A13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1612A-A448-404E-4A25-7158B67A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0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560D-8A49-AABD-8315-993FC71F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9CBCF-AB0A-8CCD-FDBF-DF5C195B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6BF47-8E46-2667-8AA6-CDE96BA2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92973-964F-6BAB-6DD3-6D411D52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65E30-4CC4-4C20-066D-F91A6F38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C9C18-CBCA-E59B-C850-D11F332F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82C54-7F27-F260-B0D4-B56DCCA8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0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9EBC-6457-AF5D-79D0-8EEA32D2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35A2B-2301-8167-EEA3-1FDB869FB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3CD14-35D6-29A8-1650-11BB1154F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1585-599B-350F-5936-F7BE39A3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6D06F-C244-5786-38A8-8CFB8ECB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707A9-1174-525B-CE06-8D4C98EA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9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5AB6-39F0-3E92-29EE-6B349274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CD045-CA1D-28E7-7556-516798315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E47B6-108B-B9A4-F1E2-FC4AA459C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73E1C-C1D9-B587-3D3F-6D1897AD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71DDD-36EB-A58A-2AFA-A05F9154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C4366-53D1-CACA-191F-C0A25396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9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C17E-AFA9-7326-6442-FA485C70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3F58F-7F44-C6EA-27A4-DB60E86FF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837B-FECB-A889-4F18-9E9EE264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4F389-C5C6-8F48-A79B-53F79B1A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95364-DE3E-4FC7-70FF-BD5C8F5F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7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4CCE7-3D70-1139-0622-6FE89BB5F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520D-148B-8ECD-7F76-23CC919C4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07FD5-86AD-DC39-113B-D473FBD8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8F977-E7A8-EC49-E6E6-03035677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AAFA6-4C10-2C3A-625E-E5EF65AC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5016B-EE1D-48B4-B270-FA87543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7E1E8-B8B7-AD72-2232-202AB771B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15E61-F007-58AC-A9F4-0BBC54F0B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F8CCA-6D36-4126-885B-F40DD27FD421}" type="datetimeFigureOut">
              <a:rPr lang="en-US" smtClean="0"/>
              <a:t>15-Feb-26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DFB6B-DAB0-5978-473B-9B6982D7C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A90D-3716-3625-897B-8EFC21F3B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53C18-D952-4316-9F46-0517C30B9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9E5F-1999-E2A9-09DF-67B7AFFFE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2613F-22BE-3880-C478-FFA0C8F356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64A64F9-0E81-324E-44E1-8DFBB0F042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2059287"/>
              </p:ext>
            </p:extLst>
          </p:nvPr>
        </p:nvGraphicFramePr>
        <p:xfrm>
          <a:off x="1524000" y="1122363"/>
          <a:ext cx="9144000" cy="4135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39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8C2C-2240-13AC-E478-48885F1F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F16228-2DEE-D78B-E843-1CAEFFDE88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072686"/>
              </p:ext>
            </p:extLst>
          </p:nvPr>
        </p:nvGraphicFramePr>
        <p:xfrm>
          <a:off x="838200" y="365125"/>
          <a:ext cx="10515600" cy="5811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292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DB95-80D5-B434-7F31-ADED4F13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D3015-4594-5D81-482E-9133F5B13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85CA63E-6425-2818-81A3-E609A83325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814222"/>
              </p:ext>
            </p:extLst>
          </p:nvPr>
        </p:nvGraphicFramePr>
        <p:xfrm>
          <a:off x="838200" y="365125"/>
          <a:ext cx="10515600" cy="5811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590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2780-DD72-D577-DBB0-CFC1A4EB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9C31-8CC4-70AC-C4E3-8467C4EB9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BCC37F7-CF26-F369-677A-23B4AB8A8C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05924"/>
              </p:ext>
            </p:extLst>
          </p:nvPr>
        </p:nvGraphicFramePr>
        <p:xfrm>
          <a:off x="838200" y="365125"/>
          <a:ext cx="10515600" cy="5811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726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0F066-9FF9-0EC9-C6E2-0D297C17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6A76-F5FC-2C37-82D9-A1D6FB0F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B1D1BC1-F2CC-4C65-894A-B0437A3C8D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826215"/>
              </p:ext>
            </p:extLst>
          </p:nvPr>
        </p:nvGraphicFramePr>
        <p:xfrm>
          <a:off x="838200" y="365125"/>
          <a:ext cx="10515600" cy="5811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7407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chnchltiwari@gmail.com</dc:creator>
  <cp:lastModifiedBy>chnchltiwari@gmail.com</cp:lastModifiedBy>
  <cp:revision>1</cp:revision>
  <dcterms:created xsi:type="dcterms:W3CDTF">2026-02-15T03:48:49Z</dcterms:created>
  <dcterms:modified xsi:type="dcterms:W3CDTF">2026-02-15T04:05:52Z</dcterms:modified>
</cp:coreProperties>
</file>